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7" r:id="rId2"/>
    <p:sldMasterId id="2147483653" r:id="rId3"/>
    <p:sldMasterId id="2147483661" r:id="rId4"/>
  </p:sldMasterIdLst>
  <p:notesMasterIdLst>
    <p:notesMasterId r:id="rId6"/>
  </p:notesMasterIdLst>
  <p:handoutMasterIdLst>
    <p:handoutMasterId r:id="rId7"/>
  </p:handoutMasterIdLst>
  <p:sldIdLst>
    <p:sldId id="257" r:id="rId5"/>
  </p:sldIdLst>
  <p:sldSz cx="30275213" cy="21383625"/>
  <p:notesSz cx="6858000" cy="9144000"/>
  <p:defaultTextStyle>
    <a:defPPr>
      <a:defRPr lang="en-US"/>
    </a:defPPr>
    <a:lvl1pPr marL="0" algn="l" defTabSz="2951535" rtl="0" eaLnBrk="1" latinLnBrk="0" hangingPunct="1">
      <a:defRPr sz="5784" kern="1200">
        <a:solidFill>
          <a:schemeClr val="tx1"/>
        </a:solidFill>
        <a:latin typeface="+mn-lt"/>
        <a:ea typeface="+mn-ea"/>
        <a:cs typeface="+mn-cs"/>
      </a:defRPr>
    </a:lvl1pPr>
    <a:lvl2pPr marL="1475768" algn="l" defTabSz="2951535" rtl="0" eaLnBrk="1" latinLnBrk="0" hangingPunct="1">
      <a:defRPr sz="5784" kern="1200">
        <a:solidFill>
          <a:schemeClr val="tx1"/>
        </a:solidFill>
        <a:latin typeface="+mn-lt"/>
        <a:ea typeface="+mn-ea"/>
        <a:cs typeface="+mn-cs"/>
      </a:defRPr>
    </a:lvl2pPr>
    <a:lvl3pPr marL="2951535" algn="l" defTabSz="2951535" rtl="0" eaLnBrk="1" latinLnBrk="0" hangingPunct="1">
      <a:defRPr sz="5784" kern="1200">
        <a:solidFill>
          <a:schemeClr val="tx1"/>
        </a:solidFill>
        <a:latin typeface="+mn-lt"/>
        <a:ea typeface="+mn-ea"/>
        <a:cs typeface="+mn-cs"/>
      </a:defRPr>
    </a:lvl3pPr>
    <a:lvl4pPr marL="4427304" algn="l" defTabSz="2951535" rtl="0" eaLnBrk="1" latinLnBrk="0" hangingPunct="1">
      <a:defRPr sz="5784" kern="1200">
        <a:solidFill>
          <a:schemeClr val="tx1"/>
        </a:solidFill>
        <a:latin typeface="+mn-lt"/>
        <a:ea typeface="+mn-ea"/>
        <a:cs typeface="+mn-cs"/>
      </a:defRPr>
    </a:lvl4pPr>
    <a:lvl5pPr marL="5903071" algn="l" defTabSz="2951535" rtl="0" eaLnBrk="1" latinLnBrk="0" hangingPunct="1">
      <a:defRPr sz="5784" kern="1200">
        <a:solidFill>
          <a:schemeClr val="tx1"/>
        </a:solidFill>
        <a:latin typeface="+mn-lt"/>
        <a:ea typeface="+mn-ea"/>
        <a:cs typeface="+mn-cs"/>
      </a:defRPr>
    </a:lvl5pPr>
    <a:lvl6pPr marL="7378839" algn="l" defTabSz="2951535" rtl="0" eaLnBrk="1" latinLnBrk="0" hangingPunct="1">
      <a:defRPr sz="5784" kern="1200">
        <a:solidFill>
          <a:schemeClr val="tx1"/>
        </a:solidFill>
        <a:latin typeface="+mn-lt"/>
        <a:ea typeface="+mn-ea"/>
        <a:cs typeface="+mn-cs"/>
      </a:defRPr>
    </a:lvl6pPr>
    <a:lvl7pPr marL="8854608" algn="l" defTabSz="2951535" rtl="0" eaLnBrk="1" latinLnBrk="0" hangingPunct="1">
      <a:defRPr sz="5784" kern="1200">
        <a:solidFill>
          <a:schemeClr val="tx1"/>
        </a:solidFill>
        <a:latin typeface="+mn-lt"/>
        <a:ea typeface="+mn-ea"/>
        <a:cs typeface="+mn-cs"/>
      </a:defRPr>
    </a:lvl7pPr>
    <a:lvl8pPr marL="10330375" algn="l" defTabSz="2951535" rtl="0" eaLnBrk="1" latinLnBrk="0" hangingPunct="1">
      <a:defRPr sz="5784" kern="1200">
        <a:solidFill>
          <a:schemeClr val="tx1"/>
        </a:solidFill>
        <a:latin typeface="+mn-lt"/>
        <a:ea typeface="+mn-ea"/>
        <a:cs typeface="+mn-cs"/>
      </a:defRPr>
    </a:lvl8pPr>
    <a:lvl9pPr marL="11806143" algn="l" defTabSz="2951535" rtl="0" eaLnBrk="1" latinLnBrk="0" hangingPunct="1">
      <a:defRPr sz="5784"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1452" userDrawn="1">
          <p15:clr>
            <a:srgbClr val="A4A3A4"/>
          </p15:clr>
        </p15:guide>
        <p15:guide id="2" orient="horz" pos="187" userDrawn="1">
          <p15:clr>
            <a:srgbClr val="A4A3A4"/>
          </p15:clr>
        </p15:guide>
        <p15:guide id="3" orient="horz" pos="13096" userDrawn="1">
          <p15:clr>
            <a:srgbClr val="A4A3A4"/>
          </p15:clr>
        </p15:guide>
        <p15:guide id="4" orient="horz" pos="67" userDrawn="1">
          <p15:clr>
            <a:srgbClr val="A4A3A4"/>
          </p15:clr>
        </p15:guide>
        <p15:guide id="5" pos="14185" userDrawn="1">
          <p15:clr>
            <a:srgbClr val="A4A3A4"/>
          </p15:clr>
        </p15:guide>
        <p15:guide id="6" pos="13867" userDrawn="1">
          <p15:clr>
            <a:srgbClr val="A4A3A4"/>
          </p15:clr>
        </p15:guide>
        <p15:guide id="7" orient="horz" pos="2142" userDrawn="1">
          <p15:clr>
            <a:srgbClr val="A4A3A4"/>
          </p15:clr>
        </p15:guide>
        <p15:guide id="8" orient="horz" pos="13469" userDrawn="1">
          <p15:clr>
            <a:srgbClr val="A4A3A4"/>
          </p15:clr>
        </p15:guide>
        <p15:guide id="10" pos="18607"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KOTOULAS" initials="AK" lastIdx="2" clrIdx="0"/>
  <p:cmAuthor id="1" name="A.KOTOULAS" initials="HELP" lastIdx="1" clrIdx="1"/>
  <p:cmAuthor id="2" name="A.KOTOULAS" initials="HELP - " lastIdx="1" clrIdx="2"/>
  <p:cmAuthor id="3" name="PosterPresentations.com - 510.649.3001" initials="HELP - "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FAB8D"/>
    <a:srgbClr val="4B1A18"/>
    <a:srgbClr val="F2F2F2"/>
    <a:srgbClr val="F7F7F7"/>
    <a:srgbClr val="804440"/>
    <a:srgbClr val="1E1E1E"/>
    <a:srgbClr val="F5EDE1"/>
    <a:srgbClr val="F7ECE5"/>
    <a:srgbClr val="201C20"/>
    <a:srgbClr val="28547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848" autoAdjust="0"/>
    <p:restoredTop sz="94744" autoAdjust="0"/>
  </p:normalViewPr>
  <p:slideViewPr>
    <p:cSldViewPr snapToGrid="0" snapToObjects="1" showGuides="1">
      <p:cViewPr varScale="1">
        <p:scale>
          <a:sx n="27" d="100"/>
          <a:sy n="27" d="100"/>
        </p:scale>
        <p:origin x="1454" y="34"/>
      </p:cViewPr>
      <p:guideLst>
        <p:guide orient="horz" pos="11452"/>
        <p:guide orient="horz" pos="187"/>
        <p:guide orient="horz" pos="13096"/>
        <p:guide orient="horz" pos="67"/>
        <p:guide pos="14185"/>
        <p:guide pos="13867"/>
        <p:guide orient="horz" pos="2142"/>
        <p:guide orient="horz" pos="13469"/>
        <p:guide pos="18607"/>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38" d="100"/>
        <a:sy n="138" d="100"/>
      </p:scale>
      <p:origin x="0" y="0"/>
    </p:cViewPr>
  </p:sorterViewPr>
  <p:notesViewPr>
    <p:cSldViewPr snapToGrid="0" snapToObjects="1" showGuides="1">
      <p:cViewPr varScale="1">
        <p:scale>
          <a:sx n="56" d="100"/>
          <a:sy n="56" d="100"/>
        </p:scale>
        <p:origin x="-2886"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commentAuthors" Target="commentAuthors.xml"/><Relationship Id="rId13" Type="http://schemas.microsoft.com/office/2016/11/relationships/changesInfo" Target="changesInfos/changesInfo1.xml"/><Relationship Id="rId3" Type="http://schemas.openxmlformats.org/officeDocument/2006/relationships/slideMaster" Target="slideMasters/slideMaster3.xml"/><Relationship Id="rId7" Type="http://schemas.openxmlformats.org/officeDocument/2006/relationships/handoutMaster" Target="handoutMasters/handoutMaster1.xml"/><Relationship Id="rId12" Type="http://schemas.openxmlformats.org/officeDocument/2006/relationships/tableStyles" Target="tableStyle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assine zohair" userId="3ed500656569e57c" providerId="LiveId" clId="{4F0D4C80-CE93-47D1-B109-7A826DF3B157}"/>
    <pc:docChg chg="modSld">
      <pc:chgData name="yassine zohair" userId="3ed500656569e57c" providerId="LiveId" clId="{4F0D4C80-CE93-47D1-B109-7A826DF3B157}" dt="2025-11-22T15:40:59.557" v="32" actId="20577"/>
      <pc:docMkLst>
        <pc:docMk/>
      </pc:docMkLst>
      <pc:sldChg chg="modSp mod">
        <pc:chgData name="yassine zohair" userId="3ed500656569e57c" providerId="LiveId" clId="{4F0D4C80-CE93-47D1-B109-7A826DF3B157}" dt="2025-11-22T15:40:59.557" v="32" actId="20577"/>
        <pc:sldMkLst>
          <pc:docMk/>
          <pc:sldMk cId="0" sldId="257"/>
        </pc:sldMkLst>
        <pc:spChg chg="mod">
          <ac:chgData name="yassine zohair" userId="3ed500656569e57c" providerId="LiveId" clId="{4F0D4C80-CE93-47D1-B109-7A826DF3B157}" dt="2025-11-21T19:38:53.039" v="30" actId="255"/>
          <ac:spMkLst>
            <pc:docMk/>
            <pc:sldMk cId="0" sldId="257"/>
            <ac:spMk id="1159" creationId="{5BBA2DCA-8468-E004-9560-A2B2C378F1BA}"/>
          </ac:spMkLst>
        </pc:spChg>
        <pc:spChg chg="mod">
          <ac:chgData name="yassine zohair" userId="3ed500656569e57c" providerId="LiveId" clId="{4F0D4C80-CE93-47D1-B109-7A826DF3B157}" dt="2025-11-22T15:40:59.557" v="32" actId="20577"/>
          <ac:spMkLst>
            <pc:docMk/>
            <pc:sldMk cId="0" sldId="257"/>
            <ac:spMk id="1172" creationId="{9825B2E1-622D-0D1E-B0DC-0D34DC1ADB54}"/>
          </ac:spMkLst>
        </pc:spChg>
        <pc:spChg chg="mod">
          <ac:chgData name="yassine zohair" userId="3ed500656569e57c" providerId="LiveId" clId="{4F0D4C80-CE93-47D1-B109-7A826DF3B157}" dt="2025-11-21T19:38:32.106" v="29" actId="20577"/>
          <ac:spMkLst>
            <pc:docMk/>
            <pc:sldMk cId="0" sldId="257"/>
            <ac:spMk id="1173" creationId="{F50D747F-24DF-B171-6310-AB6F92E9738E}"/>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7162C1F-FE6A-43AC-84AC-2CA36795EB37}" type="doc">
      <dgm:prSet loTypeId="urn:microsoft.com/office/officeart/2005/8/layout/vList6" loCatId="list" qsTypeId="urn:microsoft.com/office/officeart/2005/8/quickstyle/simple1" qsCatId="simple" csTypeId="urn:microsoft.com/office/officeart/2005/8/colors/accent1_2" csCatId="accent1" phldr="1"/>
      <dgm:spPr/>
      <dgm:t>
        <a:bodyPr/>
        <a:lstStyle/>
        <a:p>
          <a:endParaRPr lang="en-US"/>
        </a:p>
      </dgm:t>
    </dgm:pt>
    <dgm:pt modelId="{A15E00D0-7E1D-4655-9BC6-EB55352B748F}">
      <dgm:prSet phldrT="[Text]"/>
      <dgm:spPr>
        <a:solidFill>
          <a:srgbClr val="4B1A18"/>
        </a:solidFill>
      </dgm:spPr>
      <dgm:t>
        <a:bodyPr/>
        <a:lstStyle/>
        <a:p>
          <a:r>
            <a:rPr lang="en-IE" b="1" dirty="0"/>
            <a:t>Logistic Regression</a:t>
          </a:r>
          <a:endParaRPr lang="en-IE" dirty="0"/>
        </a:p>
      </dgm:t>
    </dgm:pt>
    <dgm:pt modelId="{F3975B1A-6877-4549-A99D-A7C7D826DD11}" type="parTrans" cxnId="{0A4516D1-DDBD-4DE2-9152-1D04ACCBF89A}">
      <dgm:prSet/>
      <dgm:spPr/>
      <dgm:t>
        <a:bodyPr/>
        <a:lstStyle/>
        <a:p>
          <a:endParaRPr lang="en-IE"/>
        </a:p>
      </dgm:t>
    </dgm:pt>
    <dgm:pt modelId="{82DCD159-8BFC-4A65-8853-BD40CD073D0D}" type="sibTrans" cxnId="{0A4516D1-DDBD-4DE2-9152-1D04ACCBF89A}">
      <dgm:prSet/>
      <dgm:spPr/>
      <dgm:t>
        <a:bodyPr/>
        <a:lstStyle/>
        <a:p>
          <a:endParaRPr lang="en-IE"/>
        </a:p>
      </dgm:t>
    </dgm:pt>
    <dgm:pt modelId="{C36DEBD9-76B5-472F-8163-5DAC2C00F8AB}">
      <dgm:prSet phldrT="[Text]"/>
      <dgm:spPr>
        <a:solidFill>
          <a:srgbClr val="804440"/>
        </a:solidFill>
      </dgm:spPr>
      <dgm:t>
        <a:bodyPr/>
        <a:lstStyle/>
        <a:p>
          <a:r>
            <a:rPr lang="en-IE" spc="-1" dirty="0">
              <a:solidFill>
                <a:srgbClr val="F7F7F7"/>
              </a:solidFill>
              <a:latin typeface="Arial Nova Light"/>
            </a:rPr>
            <a:t>K-Nearest </a:t>
          </a:r>
          <a:r>
            <a:rPr lang="en-IE" spc="-1" dirty="0" err="1">
              <a:solidFill>
                <a:srgbClr val="F7F7F7"/>
              </a:solidFill>
              <a:latin typeface="Arial Nova Light"/>
            </a:rPr>
            <a:t>Neighbors</a:t>
          </a:r>
          <a:r>
            <a:rPr lang="en-IE" spc="-1" dirty="0">
              <a:solidFill>
                <a:srgbClr val="F7F7F7"/>
              </a:solidFill>
              <a:latin typeface="Arial Nova Light"/>
            </a:rPr>
            <a:t> (KNN) </a:t>
          </a:r>
          <a:endParaRPr lang="en-IE" dirty="0">
            <a:solidFill>
              <a:srgbClr val="F7F7F7"/>
            </a:solidFill>
          </a:endParaRPr>
        </a:p>
      </dgm:t>
    </dgm:pt>
    <dgm:pt modelId="{7B65D9F5-DD9B-4FB4-95F7-91117A6A7D83}" type="parTrans" cxnId="{60DE1CCB-F0F8-45C7-BE38-C654C1CC1D7C}">
      <dgm:prSet/>
      <dgm:spPr/>
      <dgm:t>
        <a:bodyPr/>
        <a:lstStyle/>
        <a:p>
          <a:endParaRPr lang="en-IE"/>
        </a:p>
      </dgm:t>
    </dgm:pt>
    <dgm:pt modelId="{3FAAB846-559E-4AA6-A104-CBE31A2D4EEB}" type="sibTrans" cxnId="{60DE1CCB-F0F8-45C7-BE38-C654C1CC1D7C}">
      <dgm:prSet/>
      <dgm:spPr/>
      <dgm:t>
        <a:bodyPr/>
        <a:lstStyle/>
        <a:p>
          <a:endParaRPr lang="en-IE"/>
        </a:p>
      </dgm:t>
    </dgm:pt>
    <dgm:pt modelId="{881CEF75-B338-4F65-A11C-EBCC0155F6C4}">
      <dgm:prSet phldrT="[Text]"/>
      <dgm:spPr>
        <a:solidFill>
          <a:srgbClr val="CFAB8D"/>
        </a:solidFill>
      </dgm:spPr>
      <dgm:t>
        <a:bodyPr/>
        <a:lstStyle/>
        <a:p>
          <a:pPr>
            <a:buFont typeface="+mj-lt"/>
            <a:buAutoNum type="arabicPeriod"/>
          </a:pPr>
          <a:r>
            <a:rPr lang="en-IE" b="1" dirty="0"/>
            <a:t>Random Forest</a:t>
          </a:r>
          <a:endParaRPr lang="en-IE" dirty="0"/>
        </a:p>
      </dgm:t>
    </dgm:pt>
    <dgm:pt modelId="{59E9DA20-3B57-4EF0-9783-B6FFC3DFEBB4}" type="parTrans" cxnId="{F5D8501F-F1E2-491D-912A-B0609C16BD5F}">
      <dgm:prSet/>
      <dgm:spPr/>
      <dgm:t>
        <a:bodyPr/>
        <a:lstStyle/>
        <a:p>
          <a:endParaRPr lang="en-IE"/>
        </a:p>
      </dgm:t>
    </dgm:pt>
    <dgm:pt modelId="{CECD3056-4FF2-47ED-9346-A157CC04C52E}" type="sibTrans" cxnId="{F5D8501F-F1E2-491D-912A-B0609C16BD5F}">
      <dgm:prSet/>
      <dgm:spPr/>
      <dgm:t>
        <a:bodyPr/>
        <a:lstStyle/>
        <a:p>
          <a:endParaRPr lang="en-IE"/>
        </a:p>
      </dgm:t>
    </dgm:pt>
    <dgm:pt modelId="{DF307C67-CF8B-4B05-BBF8-9DC239A09045}">
      <dgm:prSet custT="1"/>
      <dgm:spPr/>
      <dgm:t>
        <a:bodyPr/>
        <a:lstStyle/>
        <a:p>
          <a:r>
            <a:rPr lang="en-IE" sz="1600" b="0" kern="1200" dirty="0">
              <a:solidFill>
                <a:prstClr val="black">
                  <a:hueOff val="0"/>
                  <a:satOff val="0"/>
                  <a:lumOff val="0"/>
                  <a:alphaOff val="0"/>
                </a:prstClr>
              </a:solidFill>
              <a:latin typeface="Calibri"/>
              <a:ea typeface="+mn-ea"/>
              <a:cs typeface="+mn-cs"/>
            </a:rPr>
            <a:t>Achieved</a:t>
          </a:r>
          <a:r>
            <a:rPr lang="en-IE" sz="1500" kern="1200" dirty="0">
              <a:latin typeface="Arial Nova Light" panose="020B0304020202020204" pitchFamily="34" charset="0"/>
            </a:rPr>
            <a:t> </a:t>
          </a:r>
          <a:r>
            <a:rPr lang="en-IE" sz="1600" b="0" kern="1200" dirty="0">
              <a:solidFill>
                <a:prstClr val="black">
                  <a:hueOff val="0"/>
                  <a:satOff val="0"/>
                  <a:lumOff val="0"/>
                  <a:alphaOff val="0"/>
                </a:prstClr>
              </a:solidFill>
              <a:latin typeface="Calibri"/>
              <a:ea typeface="+mn-ea"/>
              <a:cs typeface="+mn-cs"/>
            </a:rPr>
            <a:t>highest recall after tuned the model, the best for identifying defaulters</a:t>
          </a:r>
          <a:r>
            <a:rPr lang="en-IE" sz="1500" kern="1200" dirty="0">
              <a:latin typeface="Arial Nova Light" panose="020B0304020202020204" pitchFamily="34" charset="0"/>
            </a:rPr>
            <a:t>.</a:t>
          </a:r>
        </a:p>
      </dgm:t>
    </dgm:pt>
    <dgm:pt modelId="{0F0E85D9-06F2-4071-B2C6-39F47A4604BD}" type="parTrans" cxnId="{0A7805C9-DD08-4B2B-9736-9832143ECE98}">
      <dgm:prSet/>
      <dgm:spPr/>
      <dgm:t>
        <a:bodyPr/>
        <a:lstStyle/>
        <a:p>
          <a:endParaRPr lang="en-IE"/>
        </a:p>
      </dgm:t>
    </dgm:pt>
    <dgm:pt modelId="{7376236F-AA9F-4D3D-9978-846866D609DC}" type="sibTrans" cxnId="{0A7805C9-DD08-4B2B-9736-9832143ECE98}">
      <dgm:prSet/>
      <dgm:spPr/>
      <dgm:t>
        <a:bodyPr/>
        <a:lstStyle/>
        <a:p>
          <a:endParaRPr lang="en-IE"/>
        </a:p>
      </dgm:t>
    </dgm:pt>
    <dgm:pt modelId="{639C1072-CF03-4538-83CD-15FF445CA042}">
      <dgm:prSet custT="1"/>
      <dgm:spPr/>
      <dgm:t>
        <a:bodyPr/>
        <a:lstStyle/>
        <a:p>
          <a:r>
            <a:rPr lang="en-US" sz="1600" b="0" kern="1200" dirty="0">
              <a:solidFill>
                <a:prstClr val="black">
                  <a:hueOff val="0"/>
                  <a:satOff val="0"/>
                  <a:lumOff val="0"/>
                  <a:alphaOff val="0"/>
                </a:prstClr>
              </a:solidFill>
              <a:latin typeface="Calibri"/>
              <a:ea typeface="+mn-ea"/>
              <a:cs typeface="+mn-cs"/>
            </a:rPr>
            <a:t>best overall performance compared to KNN and Logistic Regression.</a:t>
          </a:r>
          <a:endParaRPr lang="en-IE" sz="1600" b="0" kern="1200" dirty="0">
            <a:solidFill>
              <a:prstClr val="black">
                <a:hueOff val="0"/>
                <a:satOff val="0"/>
                <a:lumOff val="0"/>
                <a:alphaOff val="0"/>
              </a:prstClr>
            </a:solidFill>
            <a:latin typeface="Calibri"/>
            <a:ea typeface="+mn-ea"/>
            <a:cs typeface="+mn-cs"/>
          </a:endParaRPr>
        </a:p>
      </dgm:t>
    </dgm:pt>
    <dgm:pt modelId="{DC053E03-2CC7-4E48-B4E3-CC018B13EB00}" type="parTrans" cxnId="{7D1F1244-047A-4325-A169-03C553DE69B3}">
      <dgm:prSet/>
      <dgm:spPr/>
      <dgm:t>
        <a:bodyPr/>
        <a:lstStyle/>
        <a:p>
          <a:endParaRPr lang="en-IE"/>
        </a:p>
      </dgm:t>
    </dgm:pt>
    <dgm:pt modelId="{A842EF4E-BECD-4BEF-A110-DBCBF40044C4}" type="sibTrans" cxnId="{7D1F1244-047A-4325-A169-03C553DE69B3}">
      <dgm:prSet/>
      <dgm:spPr/>
      <dgm:t>
        <a:bodyPr/>
        <a:lstStyle/>
        <a:p>
          <a:endParaRPr lang="en-IE"/>
        </a:p>
      </dgm:t>
    </dgm:pt>
    <dgm:pt modelId="{F13F293B-E836-4514-9F90-7E282CF5EA17}">
      <dgm:prSet custT="1"/>
      <dgm:spPr/>
      <dgm:t>
        <a:bodyPr/>
        <a:lstStyle/>
        <a:p>
          <a:r>
            <a:rPr lang="en-IE" sz="1600" b="0" dirty="0"/>
            <a:t>Provided stable but lower scores compared to the others models</a:t>
          </a:r>
        </a:p>
      </dgm:t>
    </dgm:pt>
    <dgm:pt modelId="{95E18E81-5F8A-4999-8E98-B70B7D61D7ED}" type="parTrans" cxnId="{9A8A63D0-7E3E-43E9-BF6D-B809337157AD}">
      <dgm:prSet/>
      <dgm:spPr/>
      <dgm:t>
        <a:bodyPr/>
        <a:lstStyle/>
        <a:p>
          <a:endParaRPr lang="en-IE"/>
        </a:p>
      </dgm:t>
    </dgm:pt>
    <dgm:pt modelId="{9404E323-1104-4A53-A399-9B940AF6C358}" type="sibTrans" cxnId="{9A8A63D0-7E3E-43E9-BF6D-B809337157AD}">
      <dgm:prSet/>
      <dgm:spPr/>
      <dgm:t>
        <a:bodyPr/>
        <a:lstStyle/>
        <a:p>
          <a:endParaRPr lang="en-IE"/>
        </a:p>
      </dgm:t>
    </dgm:pt>
    <dgm:pt modelId="{078BC0A5-E52E-4B9A-8D19-735DB033B908}" type="pres">
      <dgm:prSet presAssocID="{97162C1F-FE6A-43AC-84AC-2CA36795EB37}" presName="Name0" presStyleCnt="0">
        <dgm:presLayoutVars>
          <dgm:dir/>
          <dgm:animLvl val="lvl"/>
          <dgm:resizeHandles/>
        </dgm:presLayoutVars>
      </dgm:prSet>
      <dgm:spPr/>
    </dgm:pt>
    <dgm:pt modelId="{B0991880-0BE7-450B-9087-F6FD81DE0790}" type="pres">
      <dgm:prSet presAssocID="{A15E00D0-7E1D-4655-9BC6-EB55352B748F}" presName="linNode" presStyleCnt="0"/>
      <dgm:spPr/>
    </dgm:pt>
    <dgm:pt modelId="{29A46AF8-89AC-4AEA-BB8F-D15282DF7691}" type="pres">
      <dgm:prSet presAssocID="{A15E00D0-7E1D-4655-9BC6-EB55352B748F}" presName="parentShp" presStyleLbl="node1" presStyleIdx="0" presStyleCnt="3" custScaleX="90687">
        <dgm:presLayoutVars>
          <dgm:bulletEnabled val="1"/>
        </dgm:presLayoutVars>
      </dgm:prSet>
      <dgm:spPr/>
    </dgm:pt>
    <dgm:pt modelId="{9118BF6E-ACB8-4087-82D2-811B4C9069CD}" type="pres">
      <dgm:prSet presAssocID="{A15E00D0-7E1D-4655-9BC6-EB55352B748F}" presName="childShp" presStyleLbl="bgAccFollowNode1" presStyleIdx="0" presStyleCnt="3">
        <dgm:presLayoutVars>
          <dgm:bulletEnabled val="1"/>
        </dgm:presLayoutVars>
      </dgm:prSet>
      <dgm:spPr/>
    </dgm:pt>
    <dgm:pt modelId="{22AA995D-BE4E-427F-B37F-A17F7BCF3766}" type="pres">
      <dgm:prSet presAssocID="{82DCD159-8BFC-4A65-8853-BD40CD073D0D}" presName="spacing" presStyleCnt="0"/>
      <dgm:spPr/>
    </dgm:pt>
    <dgm:pt modelId="{59A7CE70-DC39-42FF-9589-0AE3C4739A38}" type="pres">
      <dgm:prSet presAssocID="{C36DEBD9-76B5-472F-8163-5DAC2C00F8AB}" presName="linNode" presStyleCnt="0"/>
      <dgm:spPr/>
    </dgm:pt>
    <dgm:pt modelId="{7EFF7B9B-64C8-4D0C-84DF-95090D2D02A9}" type="pres">
      <dgm:prSet presAssocID="{C36DEBD9-76B5-472F-8163-5DAC2C00F8AB}" presName="parentShp" presStyleLbl="node1" presStyleIdx="1" presStyleCnt="3" custScaleX="90687">
        <dgm:presLayoutVars>
          <dgm:bulletEnabled val="1"/>
        </dgm:presLayoutVars>
      </dgm:prSet>
      <dgm:spPr/>
    </dgm:pt>
    <dgm:pt modelId="{8EB756EE-595B-48BC-9397-907146A887CA}" type="pres">
      <dgm:prSet presAssocID="{C36DEBD9-76B5-472F-8163-5DAC2C00F8AB}" presName="childShp" presStyleLbl="bgAccFollowNode1" presStyleIdx="1" presStyleCnt="3">
        <dgm:presLayoutVars>
          <dgm:bulletEnabled val="1"/>
        </dgm:presLayoutVars>
      </dgm:prSet>
      <dgm:spPr/>
    </dgm:pt>
    <dgm:pt modelId="{334F80D9-6E5B-44BF-8FE2-1589225D9DA3}" type="pres">
      <dgm:prSet presAssocID="{3FAAB846-559E-4AA6-A104-CBE31A2D4EEB}" presName="spacing" presStyleCnt="0"/>
      <dgm:spPr/>
    </dgm:pt>
    <dgm:pt modelId="{8B94A1BA-FA14-4A86-AAB9-99F825A1FB05}" type="pres">
      <dgm:prSet presAssocID="{881CEF75-B338-4F65-A11C-EBCC0155F6C4}" presName="linNode" presStyleCnt="0"/>
      <dgm:spPr/>
    </dgm:pt>
    <dgm:pt modelId="{3A4B861A-CC0E-4855-B333-FA2AA6D97415}" type="pres">
      <dgm:prSet presAssocID="{881CEF75-B338-4F65-A11C-EBCC0155F6C4}" presName="parentShp" presStyleLbl="node1" presStyleIdx="2" presStyleCnt="3" custScaleX="90687">
        <dgm:presLayoutVars>
          <dgm:bulletEnabled val="1"/>
        </dgm:presLayoutVars>
      </dgm:prSet>
      <dgm:spPr/>
    </dgm:pt>
    <dgm:pt modelId="{ACF6EE82-71EC-4987-B95B-635F324F9513}" type="pres">
      <dgm:prSet presAssocID="{881CEF75-B338-4F65-A11C-EBCC0155F6C4}" presName="childShp" presStyleLbl="bgAccFollowNode1" presStyleIdx="2" presStyleCnt="3">
        <dgm:presLayoutVars>
          <dgm:bulletEnabled val="1"/>
        </dgm:presLayoutVars>
      </dgm:prSet>
      <dgm:spPr/>
    </dgm:pt>
  </dgm:ptLst>
  <dgm:cxnLst>
    <dgm:cxn modelId="{F5D8501F-F1E2-491D-912A-B0609C16BD5F}" srcId="{97162C1F-FE6A-43AC-84AC-2CA36795EB37}" destId="{881CEF75-B338-4F65-A11C-EBCC0155F6C4}" srcOrd="2" destOrd="0" parTransId="{59E9DA20-3B57-4EF0-9783-B6FFC3DFEBB4}" sibTransId="{CECD3056-4FF2-47ED-9346-A157CC04C52E}"/>
    <dgm:cxn modelId="{0570EA1F-DFE8-470C-84AD-4EDC685767D1}" type="presOf" srcId="{639C1072-CF03-4538-83CD-15FF445CA042}" destId="{ACF6EE82-71EC-4987-B95B-635F324F9513}" srcOrd="0" destOrd="0" presId="urn:microsoft.com/office/officeart/2005/8/layout/vList6"/>
    <dgm:cxn modelId="{7D1F1244-047A-4325-A169-03C553DE69B3}" srcId="{881CEF75-B338-4F65-A11C-EBCC0155F6C4}" destId="{639C1072-CF03-4538-83CD-15FF445CA042}" srcOrd="0" destOrd="0" parTransId="{DC053E03-2CC7-4E48-B4E3-CC018B13EB00}" sibTransId="{A842EF4E-BECD-4BEF-A110-DBCBF40044C4}"/>
    <dgm:cxn modelId="{B8162D54-3538-4380-A6EE-96DF3E46A0C4}" type="presOf" srcId="{F13F293B-E836-4514-9F90-7E282CF5EA17}" destId="{9118BF6E-ACB8-4087-82D2-811B4C9069CD}" srcOrd="0" destOrd="0" presId="urn:microsoft.com/office/officeart/2005/8/layout/vList6"/>
    <dgm:cxn modelId="{B1A94679-2295-40EF-8CC3-04779FF7D6FD}" type="presOf" srcId="{97162C1F-FE6A-43AC-84AC-2CA36795EB37}" destId="{078BC0A5-E52E-4B9A-8D19-735DB033B908}" srcOrd="0" destOrd="0" presId="urn:microsoft.com/office/officeart/2005/8/layout/vList6"/>
    <dgm:cxn modelId="{C6D7ECAC-4171-4AC1-8A01-8112AEA32410}" type="presOf" srcId="{C36DEBD9-76B5-472F-8163-5DAC2C00F8AB}" destId="{7EFF7B9B-64C8-4D0C-84DF-95090D2D02A9}" srcOrd="0" destOrd="0" presId="urn:microsoft.com/office/officeart/2005/8/layout/vList6"/>
    <dgm:cxn modelId="{0A7805C9-DD08-4B2B-9736-9832143ECE98}" srcId="{C36DEBD9-76B5-472F-8163-5DAC2C00F8AB}" destId="{DF307C67-CF8B-4B05-BBF8-9DC239A09045}" srcOrd="0" destOrd="0" parTransId="{0F0E85D9-06F2-4071-B2C6-39F47A4604BD}" sibTransId="{7376236F-AA9F-4D3D-9978-846866D609DC}"/>
    <dgm:cxn modelId="{60DE1CCB-F0F8-45C7-BE38-C654C1CC1D7C}" srcId="{97162C1F-FE6A-43AC-84AC-2CA36795EB37}" destId="{C36DEBD9-76B5-472F-8163-5DAC2C00F8AB}" srcOrd="1" destOrd="0" parTransId="{7B65D9F5-DD9B-4FB4-95F7-91117A6A7D83}" sibTransId="{3FAAB846-559E-4AA6-A104-CBE31A2D4EEB}"/>
    <dgm:cxn modelId="{9A8A63D0-7E3E-43E9-BF6D-B809337157AD}" srcId="{A15E00D0-7E1D-4655-9BC6-EB55352B748F}" destId="{F13F293B-E836-4514-9F90-7E282CF5EA17}" srcOrd="0" destOrd="0" parTransId="{95E18E81-5F8A-4999-8E98-B70B7D61D7ED}" sibTransId="{9404E323-1104-4A53-A399-9B940AF6C358}"/>
    <dgm:cxn modelId="{0A4516D1-DDBD-4DE2-9152-1D04ACCBF89A}" srcId="{97162C1F-FE6A-43AC-84AC-2CA36795EB37}" destId="{A15E00D0-7E1D-4655-9BC6-EB55352B748F}" srcOrd="0" destOrd="0" parTransId="{F3975B1A-6877-4549-A99D-A7C7D826DD11}" sibTransId="{82DCD159-8BFC-4A65-8853-BD40CD073D0D}"/>
    <dgm:cxn modelId="{98DE45E2-91F2-4CBF-8D7F-EB22CB20A19E}" type="presOf" srcId="{A15E00D0-7E1D-4655-9BC6-EB55352B748F}" destId="{29A46AF8-89AC-4AEA-BB8F-D15282DF7691}" srcOrd="0" destOrd="0" presId="urn:microsoft.com/office/officeart/2005/8/layout/vList6"/>
    <dgm:cxn modelId="{902E60E6-488B-442F-BCD3-E59BD5184FDF}" type="presOf" srcId="{DF307C67-CF8B-4B05-BBF8-9DC239A09045}" destId="{8EB756EE-595B-48BC-9397-907146A887CA}" srcOrd="0" destOrd="0" presId="urn:microsoft.com/office/officeart/2005/8/layout/vList6"/>
    <dgm:cxn modelId="{3A346FEF-BC73-497E-9CD5-475E235F4176}" type="presOf" srcId="{881CEF75-B338-4F65-A11C-EBCC0155F6C4}" destId="{3A4B861A-CC0E-4855-B333-FA2AA6D97415}" srcOrd="0" destOrd="0" presId="urn:microsoft.com/office/officeart/2005/8/layout/vList6"/>
    <dgm:cxn modelId="{AFE2B774-A43E-4BB6-A037-857580B979CC}" type="presParOf" srcId="{078BC0A5-E52E-4B9A-8D19-735DB033B908}" destId="{B0991880-0BE7-450B-9087-F6FD81DE0790}" srcOrd="0" destOrd="0" presId="urn:microsoft.com/office/officeart/2005/8/layout/vList6"/>
    <dgm:cxn modelId="{A60A4028-EECF-49DF-B50F-B2C28AAA41DF}" type="presParOf" srcId="{B0991880-0BE7-450B-9087-F6FD81DE0790}" destId="{29A46AF8-89AC-4AEA-BB8F-D15282DF7691}" srcOrd="0" destOrd="0" presId="urn:microsoft.com/office/officeart/2005/8/layout/vList6"/>
    <dgm:cxn modelId="{6E0C5895-B46D-42C3-BEC0-78B36D161129}" type="presParOf" srcId="{B0991880-0BE7-450B-9087-F6FD81DE0790}" destId="{9118BF6E-ACB8-4087-82D2-811B4C9069CD}" srcOrd="1" destOrd="0" presId="urn:microsoft.com/office/officeart/2005/8/layout/vList6"/>
    <dgm:cxn modelId="{5CF49EF9-F2DB-428D-98A1-C72C02B19225}" type="presParOf" srcId="{078BC0A5-E52E-4B9A-8D19-735DB033B908}" destId="{22AA995D-BE4E-427F-B37F-A17F7BCF3766}" srcOrd="1" destOrd="0" presId="urn:microsoft.com/office/officeart/2005/8/layout/vList6"/>
    <dgm:cxn modelId="{36456DBA-969F-4EDD-959E-4656E01BAE33}" type="presParOf" srcId="{078BC0A5-E52E-4B9A-8D19-735DB033B908}" destId="{59A7CE70-DC39-42FF-9589-0AE3C4739A38}" srcOrd="2" destOrd="0" presId="urn:microsoft.com/office/officeart/2005/8/layout/vList6"/>
    <dgm:cxn modelId="{2E44831A-1E47-46D4-9CB2-BFCB09490B0E}" type="presParOf" srcId="{59A7CE70-DC39-42FF-9589-0AE3C4739A38}" destId="{7EFF7B9B-64C8-4D0C-84DF-95090D2D02A9}" srcOrd="0" destOrd="0" presId="urn:microsoft.com/office/officeart/2005/8/layout/vList6"/>
    <dgm:cxn modelId="{03CE8667-FDCA-4744-A6B4-DAEAE9A606DB}" type="presParOf" srcId="{59A7CE70-DC39-42FF-9589-0AE3C4739A38}" destId="{8EB756EE-595B-48BC-9397-907146A887CA}" srcOrd="1" destOrd="0" presId="urn:microsoft.com/office/officeart/2005/8/layout/vList6"/>
    <dgm:cxn modelId="{590C864D-FE0B-4B8C-BFE7-7374AF989DF1}" type="presParOf" srcId="{078BC0A5-E52E-4B9A-8D19-735DB033B908}" destId="{334F80D9-6E5B-44BF-8FE2-1589225D9DA3}" srcOrd="3" destOrd="0" presId="urn:microsoft.com/office/officeart/2005/8/layout/vList6"/>
    <dgm:cxn modelId="{24DF3A44-DF0A-4F40-A06B-31F68F698D3F}" type="presParOf" srcId="{078BC0A5-E52E-4B9A-8D19-735DB033B908}" destId="{8B94A1BA-FA14-4A86-AAB9-99F825A1FB05}" srcOrd="4" destOrd="0" presId="urn:microsoft.com/office/officeart/2005/8/layout/vList6"/>
    <dgm:cxn modelId="{E02AC642-5E4E-4DC0-BFAE-CD5D06F0D2E2}" type="presParOf" srcId="{8B94A1BA-FA14-4A86-AAB9-99F825A1FB05}" destId="{3A4B861A-CC0E-4855-B333-FA2AA6D97415}" srcOrd="0" destOrd="0" presId="urn:microsoft.com/office/officeart/2005/8/layout/vList6"/>
    <dgm:cxn modelId="{9043AEA3-2A0B-47F9-B1D7-FF904BAED07F}" type="presParOf" srcId="{8B94A1BA-FA14-4A86-AAB9-99F825A1FB05}" destId="{ACF6EE82-71EC-4987-B95B-635F324F9513}" srcOrd="1" destOrd="0" presId="urn:microsoft.com/office/officeart/2005/8/layout/vList6"/>
  </dgm:cxnLst>
  <dgm:bg>
    <a:noFill/>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18BF6E-ACB8-4087-82D2-811B4C9069CD}">
      <dsp:nvSpPr>
        <dsp:cNvPr id="0" name=""/>
        <dsp:cNvSpPr/>
      </dsp:nvSpPr>
      <dsp:spPr>
        <a:xfrm>
          <a:off x="2489267" y="0"/>
          <a:ext cx="3916262" cy="661384"/>
        </a:xfrm>
        <a:prstGeom prst="rightArrow">
          <a:avLst>
            <a:gd name="adj1" fmla="val 75000"/>
            <a:gd name="adj2" fmla="val 5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160" tIns="10160" rIns="10160" bIns="10160" numCol="1" spcCol="1270" anchor="t" anchorCtr="0">
          <a:noAutofit/>
        </a:bodyPr>
        <a:lstStyle/>
        <a:p>
          <a:pPr marL="171450" lvl="1" indent="-171450" algn="l" defTabSz="711200">
            <a:lnSpc>
              <a:spcPct val="90000"/>
            </a:lnSpc>
            <a:spcBef>
              <a:spcPct val="0"/>
            </a:spcBef>
            <a:spcAft>
              <a:spcPct val="15000"/>
            </a:spcAft>
            <a:buChar char="•"/>
          </a:pPr>
          <a:r>
            <a:rPr lang="en-IE" sz="1600" b="0" kern="1200" dirty="0"/>
            <a:t>Provided stable but lower scores compared to the others models</a:t>
          </a:r>
        </a:p>
      </dsp:txBody>
      <dsp:txXfrm>
        <a:off x="2489267" y="82673"/>
        <a:ext cx="3668243" cy="496038"/>
      </dsp:txXfrm>
    </dsp:sp>
    <dsp:sp modelId="{29A46AF8-89AC-4AEA-BB8F-D15282DF7691}">
      <dsp:nvSpPr>
        <dsp:cNvPr id="0" name=""/>
        <dsp:cNvSpPr/>
      </dsp:nvSpPr>
      <dsp:spPr>
        <a:xfrm>
          <a:off x="121573" y="0"/>
          <a:ext cx="2367693" cy="661384"/>
        </a:xfrm>
        <a:prstGeom prst="roundRect">
          <a:avLst/>
        </a:prstGeom>
        <a:solidFill>
          <a:srgbClr val="4B1A18"/>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None/>
          </a:pPr>
          <a:r>
            <a:rPr lang="en-IE" sz="1800" b="1" kern="1200" dirty="0"/>
            <a:t>Logistic Regression</a:t>
          </a:r>
          <a:endParaRPr lang="en-IE" sz="1800" kern="1200" dirty="0"/>
        </a:p>
      </dsp:txBody>
      <dsp:txXfrm>
        <a:off x="153859" y="32286"/>
        <a:ext cx="2303121" cy="596812"/>
      </dsp:txXfrm>
    </dsp:sp>
    <dsp:sp modelId="{8EB756EE-595B-48BC-9397-907146A887CA}">
      <dsp:nvSpPr>
        <dsp:cNvPr id="0" name=""/>
        <dsp:cNvSpPr/>
      </dsp:nvSpPr>
      <dsp:spPr>
        <a:xfrm>
          <a:off x="2489267" y="727522"/>
          <a:ext cx="3916262" cy="661384"/>
        </a:xfrm>
        <a:prstGeom prst="rightArrow">
          <a:avLst>
            <a:gd name="adj1" fmla="val 75000"/>
            <a:gd name="adj2" fmla="val 5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160" tIns="10160" rIns="10160" bIns="10160" numCol="1" spcCol="1270" anchor="t" anchorCtr="0">
          <a:noAutofit/>
        </a:bodyPr>
        <a:lstStyle/>
        <a:p>
          <a:pPr marL="171450" lvl="1" indent="-171450" algn="l" defTabSz="711200">
            <a:lnSpc>
              <a:spcPct val="90000"/>
            </a:lnSpc>
            <a:spcBef>
              <a:spcPct val="0"/>
            </a:spcBef>
            <a:spcAft>
              <a:spcPct val="15000"/>
            </a:spcAft>
            <a:buChar char="•"/>
          </a:pPr>
          <a:r>
            <a:rPr lang="en-IE" sz="1600" b="0" kern="1200" dirty="0">
              <a:solidFill>
                <a:prstClr val="black">
                  <a:hueOff val="0"/>
                  <a:satOff val="0"/>
                  <a:lumOff val="0"/>
                  <a:alphaOff val="0"/>
                </a:prstClr>
              </a:solidFill>
              <a:latin typeface="Calibri"/>
              <a:ea typeface="+mn-ea"/>
              <a:cs typeface="+mn-cs"/>
            </a:rPr>
            <a:t>Achieved</a:t>
          </a:r>
          <a:r>
            <a:rPr lang="en-IE" sz="1500" kern="1200" dirty="0">
              <a:latin typeface="Arial Nova Light" panose="020B0304020202020204" pitchFamily="34" charset="0"/>
            </a:rPr>
            <a:t> </a:t>
          </a:r>
          <a:r>
            <a:rPr lang="en-IE" sz="1600" b="0" kern="1200" dirty="0">
              <a:solidFill>
                <a:prstClr val="black">
                  <a:hueOff val="0"/>
                  <a:satOff val="0"/>
                  <a:lumOff val="0"/>
                  <a:alphaOff val="0"/>
                </a:prstClr>
              </a:solidFill>
              <a:latin typeface="Calibri"/>
              <a:ea typeface="+mn-ea"/>
              <a:cs typeface="+mn-cs"/>
            </a:rPr>
            <a:t>highest recall after tuned the model, the best for identifying defaulters</a:t>
          </a:r>
          <a:r>
            <a:rPr lang="en-IE" sz="1500" kern="1200" dirty="0">
              <a:latin typeface="Arial Nova Light" panose="020B0304020202020204" pitchFamily="34" charset="0"/>
            </a:rPr>
            <a:t>.</a:t>
          </a:r>
        </a:p>
      </dsp:txBody>
      <dsp:txXfrm>
        <a:off x="2489267" y="810195"/>
        <a:ext cx="3668243" cy="496038"/>
      </dsp:txXfrm>
    </dsp:sp>
    <dsp:sp modelId="{7EFF7B9B-64C8-4D0C-84DF-95090D2D02A9}">
      <dsp:nvSpPr>
        <dsp:cNvPr id="0" name=""/>
        <dsp:cNvSpPr/>
      </dsp:nvSpPr>
      <dsp:spPr>
        <a:xfrm>
          <a:off x="121573" y="727522"/>
          <a:ext cx="2367693" cy="661384"/>
        </a:xfrm>
        <a:prstGeom prst="roundRect">
          <a:avLst/>
        </a:prstGeom>
        <a:solidFill>
          <a:srgbClr val="80444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None/>
          </a:pPr>
          <a:r>
            <a:rPr lang="en-IE" sz="1800" kern="1200" spc="-1" dirty="0">
              <a:solidFill>
                <a:srgbClr val="F7F7F7"/>
              </a:solidFill>
              <a:latin typeface="Arial Nova Light"/>
            </a:rPr>
            <a:t>K-Nearest </a:t>
          </a:r>
          <a:r>
            <a:rPr lang="en-IE" sz="1800" kern="1200" spc="-1" dirty="0" err="1">
              <a:solidFill>
                <a:srgbClr val="F7F7F7"/>
              </a:solidFill>
              <a:latin typeface="Arial Nova Light"/>
            </a:rPr>
            <a:t>Neighbors</a:t>
          </a:r>
          <a:r>
            <a:rPr lang="en-IE" sz="1800" kern="1200" spc="-1" dirty="0">
              <a:solidFill>
                <a:srgbClr val="F7F7F7"/>
              </a:solidFill>
              <a:latin typeface="Arial Nova Light"/>
            </a:rPr>
            <a:t> (KNN) </a:t>
          </a:r>
          <a:endParaRPr lang="en-IE" sz="1800" kern="1200" dirty="0">
            <a:solidFill>
              <a:srgbClr val="F7F7F7"/>
            </a:solidFill>
          </a:endParaRPr>
        </a:p>
      </dsp:txBody>
      <dsp:txXfrm>
        <a:off x="153859" y="759808"/>
        <a:ext cx="2303121" cy="596812"/>
      </dsp:txXfrm>
    </dsp:sp>
    <dsp:sp modelId="{ACF6EE82-71EC-4987-B95B-635F324F9513}">
      <dsp:nvSpPr>
        <dsp:cNvPr id="0" name=""/>
        <dsp:cNvSpPr/>
      </dsp:nvSpPr>
      <dsp:spPr>
        <a:xfrm>
          <a:off x="2489267" y="1455044"/>
          <a:ext cx="3916262" cy="661384"/>
        </a:xfrm>
        <a:prstGeom prst="rightArrow">
          <a:avLst>
            <a:gd name="adj1" fmla="val 75000"/>
            <a:gd name="adj2" fmla="val 5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160" tIns="10160" rIns="10160" bIns="10160" numCol="1" spcCol="1270" anchor="t" anchorCtr="0">
          <a:noAutofit/>
        </a:bodyPr>
        <a:lstStyle/>
        <a:p>
          <a:pPr marL="171450" lvl="1" indent="-171450" algn="l" defTabSz="711200">
            <a:lnSpc>
              <a:spcPct val="90000"/>
            </a:lnSpc>
            <a:spcBef>
              <a:spcPct val="0"/>
            </a:spcBef>
            <a:spcAft>
              <a:spcPct val="15000"/>
            </a:spcAft>
            <a:buChar char="•"/>
          </a:pPr>
          <a:r>
            <a:rPr lang="en-US" sz="1600" b="0" kern="1200" dirty="0">
              <a:solidFill>
                <a:prstClr val="black">
                  <a:hueOff val="0"/>
                  <a:satOff val="0"/>
                  <a:lumOff val="0"/>
                  <a:alphaOff val="0"/>
                </a:prstClr>
              </a:solidFill>
              <a:latin typeface="Calibri"/>
              <a:ea typeface="+mn-ea"/>
              <a:cs typeface="+mn-cs"/>
            </a:rPr>
            <a:t>best overall performance compared to KNN and Logistic Regression.</a:t>
          </a:r>
          <a:endParaRPr lang="en-IE" sz="1600" b="0" kern="1200" dirty="0">
            <a:solidFill>
              <a:prstClr val="black">
                <a:hueOff val="0"/>
                <a:satOff val="0"/>
                <a:lumOff val="0"/>
                <a:alphaOff val="0"/>
              </a:prstClr>
            </a:solidFill>
            <a:latin typeface="Calibri"/>
            <a:ea typeface="+mn-ea"/>
            <a:cs typeface="+mn-cs"/>
          </a:endParaRPr>
        </a:p>
      </dsp:txBody>
      <dsp:txXfrm>
        <a:off x="2489267" y="1537717"/>
        <a:ext cx="3668243" cy="496038"/>
      </dsp:txXfrm>
    </dsp:sp>
    <dsp:sp modelId="{3A4B861A-CC0E-4855-B333-FA2AA6D97415}">
      <dsp:nvSpPr>
        <dsp:cNvPr id="0" name=""/>
        <dsp:cNvSpPr/>
      </dsp:nvSpPr>
      <dsp:spPr>
        <a:xfrm>
          <a:off x="121573" y="1455044"/>
          <a:ext cx="2367693" cy="661384"/>
        </a:xfrm>
        <a:prstGeom prst="roundRect">
          <a:avLst/>
        </a:prstGeom>
        <a:solidFill>
          <a:srgbClr val="CFAB8D"/>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Font typeface="+mj-lt"/>
            <a:buNone/>
          </a:pPr>
          <a:r>
            <a:rPr lang="en-IE" sz="1800" b="1" kern="1200" dirty="0"/>
            <a:t>Random Forest</a:t>
          </a:r>
          <a:endParaRPr lang="en-IE" sz="1800" kern="1200" dirty="0"/>
        </a:p>
      </dsp:txBody>
      <dsp:txXfrm>
        <a:off x="153859" y="1487330"/>
        <a:ext cx="2303121" cy="596812"/>
      </dsp:txXfrm>
    </dsp:sp>
  </dsp:spTree>
</dsp:drawing>
</file>

<file path=ppt/diagrams/layout1.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158C5BC-9A70-462C-B28D-9600239EAC64}" type="datetimeFigureOut">
              <a:rPr lang="en-US" smtClean="0"/>
              <a:pPr/>
              <a:t>11/22/2025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C131B7-05CA-4AEE-9267-6D0ED4DC84F3}" type="slidenum">
              <a:rPr lang="en-US" smtClean="0"/>
              <a:pPr/>
              <a:t>‹#›</a:t>
            </a:fld>
            <a:endParaRPr lang="en-US"/>
          </a:p>
        </p:txBody>
      </p:sp>
    </p:spTree>
    <p:extLst>
      <p:ext uri="{BB962C8B-B14F-4D97-AF65-F5344CB8AC3E}">
        <p14:creationId xmlns:p14="http://schemas.microsoft.com/office/powerpoint/2010/main" val="397406821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CC2317-6751-4CD4-9995-8782DD78E936}" type="datetimeFigureOut">
              <a:rPr lang="en-US" smtClean="0"/>
              <a:pPr/>
              <a:t>11/22/2025</a:t>
            </a:fld>
            <a:endParaRPr lang="en-US" dirty="0"/>
          </a:p>
        </p:txBody>
      </p:sp>
      <p:sp>
        <p:nvSpPr>
          <p:cNvPr id="4" name="Slide Image Placeholder 3"/>
          <p:cNvSpPr>
            <a:spLocks noGrp="1" noRot="1" noChangeAspect="1"/>
          </p:cNvSpPr>
          <p:nvPr>
            <p:ph type="sldImg" idx="2"/>
          </p:nvPr>
        </p:nvSpPr>
        <p:spPr>
          <a:xfrm>
            <a:off x="1001713" y="685800"/>
            <a:ext cx="4854575"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6A1A87D-CAF7-4BDC-A0D3-C0DBEDE81619}" type="slidenum">
              <a:rPr lang="en-US" smtClean="0"/>
              <a:pPr/>
              <a:t>‹#›</a:t>
            </a:fld>
            <a:endParaRPr lang="en-US" dirty="0"/>
          </a:p>
        </p:txBody>
      </p:sp>
    </p:spTree>
    <p:extLst>
      <p:ext uri="{BB962C8B-B14F-4D97-AF65-F5344CB8AC3E}">
        <p14:creationId xmlns:p14="http://schemas.microsoft.com/office/powerpoint/2010/main" val="2414637987"/>
      </p:ext>
    </p:extLst>
  </p:cSld>
  <p:clrMap bg1="lt1" tx1="dk1" bg2="lt2" tx2="dk2" accent1="accent1" accent2="accent2" accent3="accent3" accent4="accent4" accent5="accent5" accent6="accent6" hlink="hlink" folHlink="folHlink"/>
  <p:notesStyle>
    <a:lvl1pPr marL="0" algn="l" defTabSz="2951535" rtl="0" eaLnBrk="1" latinLnBrk="0" hangingPunct="1">
      <a:defRPr sz="3901" kern="1200">
        <a:solidFill>
          <a:schemeClr val="tx1"/>
        </a:solidFill>
        <a:latin typeface="+mn-lt"/>
        <a:ea typeface="+mn-ea"/>
        <a:cs typeface="+mn-cs"/>
      </a:defRPr>
    </a:lvl1pPr>
    <a:lvl2pPr marL="1475768" algn="l" defTabSz="2951535" rtl="0" eaLnBrk="1" latinLnBrk="0" hangingPunct="1">
      <a:defRPr sz="3901" kern="1200">
        <a:solidFill>
          <a:schemeClr val="tx1"/>
        </a:solidFill>
        <a:latin typeface="+mn-lt"/>
        <a:ea typeface="+mn-ea"/>
        <a:cs typeface="+mn-cs"/>
      </a:defRPr>
    </a:lvl2pPr>
    <a:lvl3pPr marL="2951535" algn="l" defTabSz="2951535" rtl="0" eaLnBrk="1" latinLnBrk="0" hangingPunct="1">
      <a:defRPr sz="3901" kern="1200">
        <a:solidFill>
          <a:schemeClr val="tx1"/>
        </a:solidFill>
        <a:latin typeface="+mn-lt"/>
        <a:ea typeface="+mn-ea"/>
        <a:cs typeface="+mn-cs"/>
      </a:defRPr>
    </a:lvl3pPr>
    <a:lvl4pPr marL="4427304" algn="l" defTabSz="2951535" rtl="0" eaLnBrk="1" latinLnBrk="0" hangingPunct="1">
      <a:defRPr sz="3901" kern="1200">
        <a:solidFill>
          <a:schemeClr val="tx1"/>
        </a:solidFill>
        <a:latin typeface="+mn-lt"/>
        <a:ea typeface="+mn-ea"/>
        <a:cs typeface="+mn-cs"/>
      </a:defRPr>
    </a:lvl4pPr>
    <a:lvl5pPr marL="5903071" algn="l" defTabSz="2951535" rtl="0" eaLnBrk="1" latinLnBrk="0" hangingPunct="1">
      <a:defRPr sz="3901" kern="1200">
        <a:solidFill>
          <a:schemeClr val="tx1"/>
        </a:solidFill>
        <a:latin typeface="+mn-lt"/>
        <a:ea typeface="+mn-ea"/>
        <a:cs typeface="+mn-cs"/>
      </a:defRPr>
    </a:lvl5pPr>
    <a:lvl6pPr marL="7378839" algn="l" defTabSz="2951535" rtl="0" eaLnBrk="1" latinLnBrk="0" hangingPunct="1">
      <a:defRPr sz="3901" kern="1200">
        <a:solidFill>
          <a:schemeClr val="tx1"/>
        </a:solidFill>
        <a:latin typeface="+mn-lt"/>
        <a:ea typeface="+mn-ea"/>
        <a:cs typeface="+mn-cs"/>
      </a:defRPr>
    </a:lvl6pPr>
    <a:lvl7pPr marL="8854608" algn="l" defTabSz="2951535" rtl="0" eaLnBrk="1" latinLnBrk="0" hangingPunct="1">
      <a:defRPr sz="3901" kern="1200">
        <a:solidFill>
          <a:schemeClr val="tx1"/>
        </a:solidFill>
        <a:latin typeface="+mn-lt"/>
        <a:ea typeface="+mn-ea"/>
        <a:cs typeface="+mn-cs"/>
      </a:defRPr>
    </a:lvl7pPr>
    <a:lvl8pPr marL="10330375" algn="l" defTabSz="2951535" rtl="0" eaLnBrk="1" latinLnBrk="0" hangingPunct="1">
      <a:defRPr sz="3901" kern="1200">
        <a:solidFill>
          <a:schemeClr val="tx1"/>
        </a:solidFill>
        <a:latin typeface="+mn-lt"/>
        <a:ea typeface="+mn-ea"/>
        <a:cs typeface="+mn-cs"/>
      </a:defRPr>
    </a:lvl8pPr>
    <a:lvl9pPr marL="11806143" algn="l" defTabSz="2951535" rtl="0" eaLnBrk="1" latinLnBrk="0" hangingPunct="1">
      <a:defRPr sz="3901"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44600" y="1143000"/>
            <a:ext cx="4368800" cy="3086100"/>
          </a:xfrm>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pPr marL="0" marR="0" lvl="0" indent="0" algn="r" defTabSz="914168" rtl="0" eaLnBrk="1" fontAlgn="auto" latinLnBrk="0" hangingPunct="1">
              <a:lnSpc>
                <a:spcPct val="100000"/>
              </a:lnSpc>
              <a:spcBef>
                <a:spcPts val="0"/>
              </a:spcBef>
              <a:spcAft>
                <a:spcPts val="0"/>
              </a:spcAft>
              <a:buClrTx/>
              <a:buSzTx/>
              <a:buFontTx/>
              <a:buNone/>
              <a:tabLst/>
              <a:defRPr/>
            </a:pPr>
            <a:fld id="{2A57C40A-DF35-4D17-A81B-28B2A8256F56}" type="slidenum">
              <a:rPr kumimoji="0" lang="en-I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168" rtl="0" eaLnBrk="1" fontAlgn="auto" latinLnBrk="0" hangingPunct="1">
                <a:lnSpc>
                  <a:spcPct val="100000"/>
                </a:lnSpc>
                <a:spcBef>
                  <a:spcPts val="0"/>
                </a:spcBef>
                <a:spcAft>
                  <a:spcPts val="0"/>
                </a:spcAft>
                <a:buClrTx/>
                <a:buSzTx/>
                <a:buFontTx/>
                <a:buNone/>
                <a:tabLst/>
                <a:defRPr/>
              </a:pPr>
              <a:t>1</a:t>
            </a:fld>
            <a:endParaRPr kumimoji="0" lang="en-I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615246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tandard 4 column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338976" y="4143429"/>
            <a:ext cx="6936975" cy="649066"/>
          </a:xfrm>
          <a:prstGeom prst="rect">
            <a:avLst/>
          </a:prstGeom>
        </p:spPr>
        <p:txBody>
          <a:bodyPr wrap="square" lIns="228589" tIns="228589" rIns="228589" bIns="228589">
            <a:spAutoFit/>
          </a:bodyPr>
          <a:lstStyle>
            <a:lvl1pPr marL="0" indent="0">
              <a:buNone/>
              <a:defRPr sz="1218">
                <a:solidFill>
                  <a:schemeClr val="accent5">
                    <a:lumMod val="50000"/>
                  </a:schemeClr>
                </a:solidFill>
                <a:latin typeface="Times New Roman" pitchFamily="18" charset="0"/>
                <a:cs typeface="Times New Roman" pitchFamily="18" charset="0"/>
              </a:defRPr>
            </a:lvl1pPr>
            <a:lvl2pPr marL="723894" indent="-278421">
              <a:defRPr sz="1218">
                <a:latin typeface="Trebuchet MS" pitchFamily="34" charset="0"/>
              </a:defRPr>
            </a:lvl2pPr>
            <a:lvl3pPr marL="1002315" indent="-278421">
              <a:defRPr sz="1218">
                <a:latin typeface="Trebuchet MS" pitchFamily="34" charset="0"/>
              </a:defRPr>
            </a:lvl3pPr>
            <a:lvl4pPr marL="1308578" indent="-306263">
              <a:defRPr sz="1218">
                <a:latin typeface="Trebuchet MS" pitchFamily="34" charset="0"/>
              </a:defRPr>
            </a:lvl4pPr>
            <a:lvl5pPr marL="1531315" indent="-222737">
              <a:defRPr sz="1218">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351495" y="3618299"/>
            <a:ext cx="6931500" cy="462106"/>
          </a:xfrm>
          <a:prstGeom prst="rect">
            <a:avLst/>
          </a:prstGeom>
          <a:noFill/>
        </p:spPr>
        <p:txBody>
          <a:bodyPr lIns="91436" tIns="91436" rIns="91436" bIns="91436" anchor="ctr" anchorCtr="0">
            <a:spAutoFit/>
          </a:bodyPr>
          <a:lstStyle>
            <a:lvl1pPr marL="0" indent="0" algn="ctr">
              <a:buNone/>
              <a:defRPr sz="1803" b="1" u="sng" baseline="0">
                <a:solidFill>
                  <a:schemeClr val="accent5">
                    <a:lumMod val="50000"/>
                  </a:schemeClr>
                </a:solidFill>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351494" y="9246236"/>
            <a:ext cx="6932595" cy="462106"/>
          </a:xfrm>
          <a:prstGeom prst="rect">
            <a:avLst/>
          </a:prstGeom>
          <a:noFill/>
        </p:spPr>
        <p:txBody>
          <a:bodyPr wrap="square" lIns="91436" tIns="91436" rIns="91436" bIns="91436" anchor="ctr" anchorCtr="0">
            <a:spAutoFit/>
          </a:bodyPr>
          <a:lstStyle>
            <a:lvl1pPr marL="0" indent="0" algn="ctr">
              <a:buNone/>
              <a:defRPr sz="1803" b="1" u="sng" baseline="0">
                <a:solidFill>
                  <a:schemeClr val="accent5">
                    <a:lumMod val="50000"/>
                  </a:schemeClr>
                </a:solidFill>
              </a:defRPr>
            </a:lvl1pPr>
          </a:lstStyle>
          <a:p>
            <a:pPr lvl="0"/>
            <a:r>
              <a:rPr lang="en-US" dirty="0"/>
              <a:t>(click to edit)  OBJECTIVES</a:t>
            </a:r>
          </a:p>
        </p:txBody>
      </p:sp>
      <p:sp>
        <p:nvSpPr>
          <p:cNvPr id="21" name="Text Placeholder 3"/>
          <p:cNvSpPr>
            <a:spLocks noGrp="1"/>
          </p:cNvSpPr>
          <p:nvPr>
            <p:ph type="body" sz="quarter" idx="21" hasCustomPrompt="1"/>
          </p:nvPr>
        </p:nvSpPr>
        <p:spPr>
          <a:xfrm>
            <a:off x="7904976" y="4143429"/>
            <a:ext cx="6931499" cy="649066"/>
          </a:xfrm>
          <a:prstGeom prst="rect">
            <a:avLst/>
          </a:prstGeom>
        </p:spPr>
        <p:txBody>
          <a:bodyPr wrap="square" lIns="228589" tIns="228589" rIns="228589" bIns="228589">
            <a:spAutoFit/>
          </a:bodyPr>
          <a:lstStyle>
            <a:lvl1pPr marL="0" indent="0">
              <a:buNone/>
              <a:defRPr sz="1218">
                <a:solidFill>
                  <a:schemeClr val="accent5">
                    <a:lumMod val="50000"/>
                  </a:schemeClr>
                </a:solidFill>
                <a:latin typeface="Times New Roman" pitchFamily="18" charset="0"/>
                <a:cs typeface="Times New Roman" pitchFamily="18" charset="0"/>
              </a:defRPr>
            </a:lvl1pPr>
            <a:lvl2pPr marL="723894" indent="-278421">
              <a:defRPr sz="1218">
                <a:latin typeface="Trebuchet MS" pitchFamily="34" charset="0"/>
              </a:defRPr>
            </a:lvl2pPr>
            <a:lvl3pPr marL="1002315" indent="-278421">
              <a:defRPr sz="1218">
                <a:latin typeface="Trebuchet MS" pitchFamily="34" charset="0"/>
              </a:defRPr>
            </a:lvl3pPr>
            <a:lvl4pPr marL="1308578" indent="-306263">
              <a:defRPr sz="1218">
                <a:latin typeface="Trebuchet MS" pitchFamily="34" charset="0"/>
              </a:defRPr>
            </a:lvl4pPr>
            <a:lvl5pPr marL="1531315" indent="-222737">
              <a:defRPr sz="1218">
                <a:latin typeface="Trebuchet MS"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7904975" y="3618299"/>
            <a:ext cx="6931500" cy="462106"/>
          </a:xfrm>
          <a:prstGeom prst="rect">
            <a:avLst/>
          </a:prstGeom>
          <a:noFill/>
        </p:spPr>
        <p:txBody>
          <a:bodyPr lIns="91436" tIns="91436" rIns="91436" bIns="91436" anchor="ctr" anchorCtr="0">
            <a:spAutoFit/>
          </a:bodyPr>
          <a:lstStyle>
            <a:lvl1pPr marL="0" indent="0" algn="ctr">
              <a:buNone/>
              <a:defRPr sz="1803" b="1" u="sng" baseline="0">
                <a:solidFill>
                  <a:schemeClr val="accent5">
                    <a:lumMod val="50000"/>
                  </a:schemeClr>
                </a:solidFill>
              </a:defRPr>
            </a:lvl1pPr>
          </a:lstStyle>
          <a:p>
            <a:pPr lvl="0"/>
            <a:r>
              <a:rPr lang="en-US" dirty="0"/>
              <a:t>(click to edit)  MATERIALS &amp; METHODS</a:t>
            </a:r>
          </a:p>
        </p:txBody>
      </p:sp>
      <p:sp>
        <p:nvSpPr>
          <p:cNvPr id="23" name="Text Placeholder 3"/>
          <p:cNvSpPr>
            <a:spLocks noGrp="1"/>
          </p:cNvSpPr>
          <p:nvPr>
            <p:ph type="body" sz="quarter" idx="23" hasCustomPrompt="1"/>
          </p:nvPr>
        </p:nvSpPr>
        <p:spPr>
          <a:xfrm>
            <a:off x="15440933" y="4143429"/>
            <a:ext cx="6931499" cy="649066"/>
          </a:xfrm>
          <a:prstGeom prst="rect">
            <a:avLst/>
          </a:prstGeom>
        </p:spPr>
        <p:txBody>
          <a:bodyPr wrap="square" lIns="228589" tIns="228589" rIns="228589" bIns="228589">
            <a:spAutoFit/>
          </a:bodyPr>
          <a:lstStyle>
            <a:lvl1pPr marL="0" indent="0">
              <a:buNone/>
              <a:defRPr sz="1218">
                <a:solidFill>
                  <a:schemeClr val="accent5">
                    <a:lumMod val="50000"/>
                  </a:schemeClr>
                </a:solidFill>
                <a:latin typeface="Times New Roman" pitchFamily="18" charset="0"/>
                <a:cs typeface="Times New Roman" pitchFamily="18" charset="0"/>
              </a:defRPr>
            </a:lvl1pPr>
            <a:lvl2pPr marL="723894" indent="-278421">
              <a:defRPr sz="1218">
                <a:latin typeface="Trebuchet MS" pitchFamily="34" charset="0"/>
              </a:defRPr>
            </a:lvl2pPr>
            <a:lvl3pPr marL="1002315" indent="-278421">
              <a:defRPr sz="1218">
                <a:latin typeface="Trebuchet MS" pitchFamily="34" charset="0"/>
              </a:defRPr>
            </a:lvl3pPr>
            <a:lvl4pPr marL="1308578" indent="-306263">
              <a:defRPr sz="1218">
                <a:latin typeface="Trebuchet MS" pitchFamily="34" charset="0"/>
              </a:defRPr>
            </a:lvl4pPr>
            <a:lvl5pPr marL="1531315" indent="-222737">
              <a:defRPr sz="1218">
                <a:latin typeface="Trebuchet MS"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15435456" y="3618299"/>
            <a:ext cx="6938070" cy="462106"/>
          </a:xfrm>
          <a:prstGeom prst="rect">
            <a:avLst/>
          </a:prstGeom>
          <a:noFill/>
        </p:spPr>
        <p:txBody>
          <a:bodyPr lIns="91436" tIns="91436" rIns="91436" bIns="91436" anchor="ctr" anchorCtr="0">
            <a:spAutoFit/>
          </a:bodyPr>
          <a:lstStyle>
            <a:lvl1pPr marL="0" indent="0" algn="ctr">
              <a:buNone/>
              <a:defRPr sz="1803" b="1" u="sng" baseline="0">
                <a:solidFill>
                  <a:schemeClr val="accent5">
                    <a:lumMod val="50000"/>
                  </a:schemeClr>
                </a:solidFill>
              </a:defRPr>
            </a:lvl1pPr>
          </a:lstStyle>
          <a:p>
            <a:pPr lvl="0"/>
            <a:r>
              <a:rPr lang="en-US" dirty="0"/>
              <a:t>(click to edit)  RESULTS</a:t>
            </a:r>
          </a:p>
        </p:txBody>
      </p:sp>
      <p:sp>
        <p:nvSpPr>
          <p:cNvPr id="25" name="Text Placeholder 5"/>
          <p:cNvSpPr>
            <a:spLocks noGrp="1"/>
          </p:cNvSpPr>
          <p:nvPr>
            <p:ph type="body" sz="quarter" idx="25" hasCustomPrompt="1"/>
          </p:nvPr>
        </p:nvSpPr>
        <p:spPr>
          <a:xfrm>
            <a:off x="23010011" y="3618299"/>
            <a:ext cx="6930219" cy="462106"/>
          </a:xfrm>
          <a:prstGeom prst="rect">
            <a:avLst/>
          </a:prstGeom>
          <a:noFill/>
        </p:spPr>
        <p:txBody>
          <a:bodyPr wrap="square" lIns="91436" tIns="91436" rIns="91436" bIns="91436" anchor="ctr" anchorCtr="0">
            <a:spAutoFit/>
          </a:bodyPr>
          <a:lstStyle>
            <a:lvl1pPr marL="0" indent="0" algn="ctr">
              <a:buNone/>
              <a:defRPr sz="1803" b="1" u="sng" baseline="0">
                <a:solidFill>
                  <a:schemeClr val="accent5">
                    <a:lumMod val="50000"/>
                  </a:schemeClr>
                </a:solidFill>
              </a:defRPr>
            </a:lvl1pPr>
          </a:lstStyle>
          <a:p>
            <a:pPr lvl="0"/>
            <a:r>
              <a:rPr lang="en-US" dirty="0"/>
              <a:t>(click to edit)  CONCLUSIONS</a:t>
            </a:r>
          </a:p>
        </p:txBody>
      </p:sp>
      <p:sp>
        <p:nvSpPr>
          <p:cNvPr id="26" name="Text Placeholder 3"/>
          <p:cNvSpPr>
            <a:spLocks noGrp="1"/>
          </p:cNvSpPr>
          <p:nvPr>
            <p:ph type="body" sz="quarter" idx="26" hasCustomPrompt="1"/>
          </p:nvPr>
        </p:nvSpPr>
        <p:spPr>
          <a:xfrm>
            <a:off x="23010011" y="4143429"/>
            <a:ext cx="6930219" cy="649066"/>
          </a:xfrm>
          <a:prstGeom prst="rect">
            <a:avLst/>
          </a:prstGeom>
        </p:spPr>
        <p:txBody>
          <a:bodyPr wrap="square" lIns="228589" tIns="228589" rIns="228589" bIns="228589">
            <a:spAutoFit/>
          </a:bodyPr>
          <a:lstStyle>
            <a:lvl1pPr marL="0" indent="0">
              <a:buNone/>
              <a:defRPr sz="1218">
                <a:solidFill>
                  <a:schemeClr val="accent5">
                    <a:lumMod val="50000"/>
                  </a:schemeClr>
                </a:solidFill>
                <a:latin typeface="Times New Roman" pitchFamily="18" charset="0"/>
                <a:cs typeface="Times New Roman" pitchFamily="18" charset="0"/>
              </a:defRPr>
            </a:lvl1pPr>
            <a:lvl2pPr marL="723894" indent="-278421">
              <a:defRPr sz="1218">
                <a:latin typeface="Trebuchet MS" pitchFamily="34" charset="0"/>
              </a:defRPr>
            </a:lvl2pPr>
            <a:lvl3pPr marL="1002315" indent="-278421">
              <a:defRPr sz="1218">
                <a:latin typeface="Trebuchet MS" pitchFamily="34" charset="0"/>
              </a:defRPr>
            </a:lvl3pPr>
            <a:lvl4pPr marL="1308578" indent="-306263">
              <a:defRPr sz="1218">
                <a:latin typeface="Trebuchet MS" pitchFamily="34" charset="0"/>
              </a:defRPr>
            </a:lvl4pPr>
            <a:lvl5pPr marL="1531315" indent="-222737">
              <a:defRPr sz="1218">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23010011" y="9285357"/>
            <a:ext cx="6930219" cy="462106"/>
          </a:xfrm>
          <a:prstGeom prst="rect">
            <a:avLst/>
          </a:prstGeom>
          <a:noFill/>
        </p:spPr>
        <p:txBody>
          <a:bodyPr wrap="square" lIns="91436" tIns="91436" rIns="91436" bIns="91436" anchor="ctr" anchorCtr="0">
            <a:spAutoFit/>
          </a:bodyPr>
          <a:lstStyle>
            <a:lvl1pPr marL="0" indent="0" algn="ctr">
              <a:buNone/>
              <a:defRPr sz="1803" b="1" u="sng" baseline="0">
                <a:solidFill>
                  <a:schemeClr val="accent5">
                    <a:lumMod val="50000"/>
                  </a:schemeClr>
                </a:solidFill>
              </a:defRPr>
            </a:lvl1pPr>
          </a:lstStyle>
          <a:p>
            <a:pPr lvl="0"/>
            <a:r>
              <a:rPr lang="en-US" dirty="0"/>
              <a:t>(click to edit)  REFERENCES</a:t>
            </a:r>
          </a:p>
        </p:txBody>
      </p:sp>
      <p:sp>
        <p:nvSpPr>
          <p:cNvPr id="28" name="Text Placeholder 3"/>
          <p:cNvSpPr>
            <a:spLocks noGrp="1"/>
          </p:cNvSpPr>
          <p:nvPr>
            <p:ph type="body" sz="quarter" idx="28" hasCustomPrompt="1"/>
          </p:nvPr>
        </p:nvSpPr>
        <p:spPr>
          <a:xfrm>
            <a:off x="23010010" y="9751330"/>
            <a:ext cx="6933689" cy="649066"/>
          </a:xfrm>
          <a:prstGeom prst="rect">
            <a:avLst/>
          </a:prstGeom>
        </p:spPr>
        <p:txBody>
          <a:bodyPr wrap="square" lIns="228589" tIns="228589" rIns="228589" bIns="228589">
            <a:spAutoFit/>
          </a:bodyPr>
          <a:lstStyle>
            <a:lvl1pPr marL="0" indent="0">
              <a:buNone/>
              <a:defRPr sz="1218">
                <a:solidFill>
                  <a:schemeClr val="accent5">
                    <a:lumMod val="50000"/>
                  </a:schemeClr>
                </a:solidFill>
                <a:latin typeface="Times New Roman" pitchFamily="18" charset="0"/>
                <a:cs typeface="Times New Roman" pitchFamily="18" charset="0"/>
              </a:defRPr>
            </a:lvl1pPr>
            <a:lvl2pPr marL="723894" indent="-278421">
              <a:defRPr sz="1218">
                <a:latin typeface="Trebuchet MS" pitchFamily="34" charset="0"/>
              </a:defRPr>
            </a:lvl2pPr>
            <a:lvl3pPr marL="1002315" indent="-278421">
              <a:defRPr sz="1218">
                <a:latin typeface="Trebuchet MS" pitchFamily="34" charset="0"/>
              </a:defRPr>
            </a:lvl3pPr>
            <a:lvl4pPr marL="1308578" indent="-306263">
              <a:defRPr sz="1218">
                <a:latin typeface="Trebuchet MS" pitchFamily="34" charset="0"/>
              </a:defRPr>
            </a:lvl4pPr>
            <a:lvl5pPr marL="1531315" indent="-222737">
              <a:defRPr sz="1218">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23010011" y="16695068"/>
            <a:ext cx="6930219" cy="462106"/>
          </a:xfrm>
          <a:prstGeom prst="rect">
            <a:avLst/>
          </a:prstGeom>
          <a:noFill/>
        </p:spPr>
        <p:txBody>
          <a:bodyPr wrap="square" lIns="91436" tIns="91436" rIns="91436" bIns="91436" anchor="ctr" anchorCtr="0">
            <a:spAutoFit/>
          </a:bodyPr>
          <a:lstStyle>
            <a:lvl1pPr marL="0" indent="0" algn="ctr">
              <a:buNone/>
              <a:defRPr sz="1803" b="1" u="sng" baseline="0">
                <a:solidFill>
                  <a:schemeClr val="accent5">
                    <a:lumMod val="50000"/>
                  </a:schemeClr>
                </a:solidFill>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23010010" y="17171032"/>
            <a:ext cx="6933689" cy="649066"/>
          </a:xfrm>
          <a:prstGeom prst="rect">
            <a:avLst/>
          </a:prstGeom>
        </p:spPr>
        <p:txBody>
          <a:bodyPr wrap="square" lIns="228589" tIns="228589" rIns="228589" bIns="228589">
            <a:spAutoFit/>
          </a:bodyPr>
          <a:lstStyle>
            <a:lvl1pPr marL="0" indent="0">
              <a:buNone/>
              <a:defRPr sz="1218">
                <a:solidFill>
                  <a:schemeClr val="accent5">
                    <a:lumMod val="50000"/>
                  </a:schemeClr>
                </a:solidFill>
                <a:latin typeface="Times New Roman" pitchFamily="18" charset="0"/>
                <a:cs typeface="Times New Roman" pitchFamily="18" charset="0"/>
              </a:defRPr>
            </a:lvl1pPr>
            <a:lvl2pPr marL="723894" indent="-278421">
              <a:defRPr sz="1218">
                <a:latin typeface="Trebuchet MS" pitchFamily="34" charset="0"/>
              </a:defRPr>
            </a:lvl2pPr>
            <a:lvl3pPr marL="1002315" indent="-278421">
              <a:defRPr sz="1218">
                <a:latin typeface="Trebuchet MS" pitchFamily="34" charset="0"/>
              </a:defRPr>
            </a:lvl3pPr>
            <a:lvl4pPr marL="1308578" indent="-306263">
              <a:defRPr sz="1218">
                <a:latin typeface="Trebuchet MS" pitchFamily="34" charset="0"/>
              </a:defRPr>
            </a:lvl4pPr>
            <a:lvl5pPr marL="1531315" indent="-222737">
              <a:defRPr sz="1218">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338976" y="9712452"/>
            <a:ext cx="6936975" cy="649066"/>
          </a:xfrm>
          <a:prstGeom prst="rect">
            <a:avLst/>
          </a:prstGeom>
        </p:spPr>
        <p:txBody>
          <a:bodyPr wrap="square" lIns="228589" tIns="228589" rIns="228589" bIns="228589">
            <a:spAutoFit/>
          </a:bodyPr>
          <a:lstStyle>
            <a:lvl1pPr marL="0" indent="0">
              <a:buNone/>
              <a:defRPr sz="1218">
                <a:solidFill>
                  <a:schemeClr val="accent5">
                    <a:lumMod val="50000"/>
                  </a:schemeClr>
                </a:solidFill>
                <a:latin typeface="Times New Roman" pitchFamily="18" charset="0"/>
                <a:cs typeface="Times New Roman" pitchFamily="18" charset="0"/>
              </a:defRPr>
            </a:lvl1pPr>
            <a:lvl2pPr marL="723894" indent="-278421">
              <a:defRPr sz="1218">
                <a:latin typeface="Trebuchet MS" pitchFamily="34" charset="0"/>
              </a:defRPr>
            </a:lvl2pPr>
            <a:lvl3pPr marL="1002315" indent="-278421">
              <a:defRPr sz="1218">
                <a:latin typeface="Trebuchet MS" pitchFamily="34" charset="0"/>
              </a:defRPr>
            </a:lvl3pPr>
            <a:lvl4pPr marL="1308578" indent="-306263">
              <a:defRPr sz="1218">
                <a:latin typeface="Trebuchet MS" pitchFamily="34" charset="0"/>
              </a:defRPr>
            </a:lvl4pPr>
            <a:lvl5pPr marL="1531315" indent="-222737">
              <a:defRPr sz="1218">
                <a:latin typeface="Trebuchet MS" pitchFamily="34" charset="0"/>
              </a:defRPr>
            </a:lvl5pPr>
          </a:lstStyle>
          <a:p>
            <a:pPr lvl="0"/>
            <a:r>
              <a:rPr lang="en-US" dirty="0"/>
              <a:t>Type in or paste your text here</a:t>
            </a:r>
          </a:p>
        </p:txBody>
      </p:sp>
      <p:sp>
        <p:nvSpPr>
          <p:cNvPr id="77" name="Text Placeholder 76"/>
          <p:cNvSpPr>
            <a:spLocks noGrp="1"/>
          </p:cNvSpPr>
          <p:nvPr>
            <p:ph type="body" sz="quarter" idx="150" hasCustomPrompt="1"/>
          </p:nvPr>
        </p:nvSpPr>
        <p:spPr>
          <a:xfrm>
            <a:off x="4092177" y="2198195"/>
            <a:ext cx="22072205" cy="831585"/>
          </a:xfrm>
          <a:prstGeom prst="rect">
            <a:avLst/>
          </a:prstGeom>
        </p:spPr>
        <p:txBody>
          <a:bodyPr>
            <a:normAutofit/>
          </a:bodyPr>
          <a:lstStyle>
            <a:lvl1pPr marL="0" indent="0" algn="ctr">
              <a:buFontTx/>
              <a:buNone/>
              <a:defRPr sz="2923">
                <a:solidFill>
                  <a:schemeClr val="bg1"/>
                </a:solidFill>
                <a:latin typeface="+mj-lt"/>
              </a:defRPr>
            </a:lvl1pPr>
            <a:lvl2pPr>
              <a:buFontTx/>
              <a:buNone/>
              <a:defRPr sz="3508"/>
            </a:lvl2pPr>
            <a:lvl3pPr>
              <a:buFontTx/>
              <a:buNone/>
              <a:defRPr sz="3508"/>
            </a:lvl3pPr>
            <a:lvl4pPr>
              <a:buFontTx/>
              <a:buNone/>
              <a:defRPr sz="3508"/>
            </a:lvl4pPr>
            <a:lvl5pPr>
              <a:buFontTx/>
              <a:buNone/>
              <a:defRPr sz="3508"/>
            </a:lvl5pPr>
          </a:lstStyle>
          <a:p>
            <a:pPr lvl="0"/>
            <a:r>
              <a:rPr lang="en-US" dirty="0"/>
              <a:t>Click here to add affiliations</a:t>
            </a:r>
          </a:p>
        </p:txBody>
      </p:sp>
      <p:sp>
        <p:nvSpPr>
          <p:cNvPr id="78" name="Text Placeholder 76"/>
          <p:cNvSpPr>
            <a:spLocks noGrp="1"/>
          </p:cNvSpPr>
          <p:nvPr>
            <p:ph type="body" sz="quarter" idx="151" hasCustomPrompt="1"/>
          </p:nvPr>
        </p:nvSpPr>
        <p:spPr>
          <a:xfrm>
            <a:off x="4092177" y="1366610"/>
            <a:ext cx="22072205" cy="831585"/>
          </a:xfrm>
          <a:prstGeom prst="rect">
            <a:avLst/>
          </a:prstGeom>
        </p:spPr>
        <p:txBody>
          <a:bodyPr anchor="t" anchorCtr="1">
            <a:normAutofit/>
          </a:bodyPr>
          <a:lstStyle>
            <a:lvl1pPr marL="0" indent="0" algn="ctr">
              <a:buFontTx/>
              <a:buNone/>
              <a:defRPr sz="4287">
                <a:solidFill>
                  <a:schemeClr val="bg1"/>
                </a:solidFill>
                <a:latin typeface="+mj-lt"/>
              </a:defRPr>
            </a:lvl1pPr>
            <a:lvl2pPr>
              <a:buFontTx/>
              <a:buNone/>
              <a:defRPr sz="3508"/>
            </a:lvl2pPr>
            <a:lvl3pPr>
              <a:buFontTx/>
              <a:buNone/>
              <a:defRPr sz="3508"/>
            </a:lvl3pPr>
            <a:lvl4pPr>
              <a:buFontTx/>
              <a:buNone/>
              <a:defRPr sz="3508"/>
            </a:lvl4pPr>
            <a:lvl5pPr>
              <a:buFontTx/>
              <a:buNone/>
              <a:defRPr sz="3508"/>
            </a:lvl5pPr>
          </a:lstStyle>
          <a:p>
            <a:pPr lvl="0"/>
            <a:r>
              <a:rPr lang="en-US" dirty="0"/>
              <a:t>Click here to add authors</a:t>
            </a:r>
          </a:p>
        </p:txBody>
      </p:sp>
      <p:sp>
        <p:nvSpPr>
          <p:cNvPr id="79" name="Text Placeholder 76"/>
          <p:cNvSpPr>
            <a:spLocks noGrp="1"/>
          </p:cNvSpPr>
          <p:nvPr>
            <p:ph type="body" sz="quarter" idx="153" hasCustomPrompt="1"/>
          </p:nvPr>
        </p:nvSpPr>
        <p:spPr>
          <a:xfrm>
            <a:off x="4092177" y="302590"/>
            <a:ext cx="22072205" cy="1064019"/>
          </a:xfrm>
          <a:prstGeom prst="rect">
            <a:avLst/>
          </a:prstGeom>
        </p:spPr>
        <p:txBody>
          <a:bodyPr anchor="t" anchorCtr="1">
            <a:normAutofit/>
          </a:bodyPr>
          <a:lstStyle>
            <a:lvl1pPr marL="0" indent="0" algn="ctr">
              <a:buFontTx/>
              <a:buNone/>
              <a:defRPr sz="5603">
                <a:solidFill>
                  <a:schemeClr val="bg1"/>
                </a:solidFill>
                <a:latin typeface="+mj-lt"/>
              </a:defRPr>
            </a:lvl1pPr>
            <a:lvl2pPr>
              <a:buFontTx/>
              <a:buNone/>
              <a:defRPr sz="3508"/>
            </a:lvl2pPr>
            <a:lvl3pPr>
              <a:buFontTx/>
              <a:buNone/>
              <a:defRPr sz="3508"/>
            </a:lvl3pPr>
            <a:lvl4pPr>
              <a:buFontTx/>
              <a:buNone/>
              <a:defRPr sz="3508"/>
            </a:lvl4pPr>
            <a:lvl5pPr>
              <a:buFontTx/>
              <a:buNone/>
              <a:defRPr sz="3508"/>
            </a:lvl5pPr>
          </a:lstStyle>
          <a:p>
            <a:pPr lvl="0"/>
            <a:r>
              <a:rPr lang="en-US" dirty="0"/>
              <a:t>Click here to add title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tandard 3 column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623688" y="4089430"/>
            <a:ext cx="9374972" cy="656632"/>
          </a:xfrm>
          <a:prstGeom prst="rect">
            <a:avLst/>
          </a:prstGeom>
        </p:spPr>
        <p:txBody>
          <a:bodyPr wrap="square" lIns="228589" tIns="228589" rIns="228589" bIns="228589">
            <a:spAutoFit/>
          </a:bodyPr>
          <a:lstStyle>
            <a:lvl1pPr marL="0" indent="0">
              <a:buNone/>
              <a:defRPr sz="1267">
                <a:solidFill>
                  <a:schemeClr val="accent5">
                    <a:lumMod val="50000"/>
                  </a:schemeClr>
                </a:solidFill>
                <a:latin typeface="Times New Roman" pitchFamily="18" charset="0"/>
                <a:cs typeface="Times New Roman" pitchFamily="18" charset="0"/>
              </a:defRPr>
            </a:lvl1pPr>
            <a:lvl2pPr marL="723894" indent="-278421">
              <a:defRPr sz="1218">
                <a:latin typeface="Trebuchet MS" pitchFamily="34" charset="0"/>
              </a:defRPr>
            </a:lvl2pPr>
            <a:lvl3pPr marL="1002315" indent="-278421">
              <a:defRPr sz="1218">
                <a:latin typeface="Trebuchet MS" pitchFamily="34" charset="0"/>
              </a:defRPr>
            </a:lvl3pPr>
            <a:lvl4pPr marL="1308578" indent="-306263">
              <a:defRPr sz="1218">
                <a:latin typeface="Trebuchet MS" pitchFamily="34" charset="0"/>
              </a:defRPr>
            </a:lvl4pPr>
            <a:lvl5pPr marL="1531315" indent="-222737">
              <a:defRPr sz="1218">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636211" y="3542456"/>
            <a:ext cx="9362452" cy="462106"/>
          </a:xfrm>
          <a:prstGeom prst="rect">
            <a:avLst/>
          </a:prstGeom>
          <a:noFill/>
        </p:spPr>
        <p:txBody>
          <a:bodyPr wrap="square" lIns="91436" tIns="91436" rIns="91436" bIns="91436" anchor="ctr" anchorCtr="0">
            <a:spAutoFit/>
          </a:bodyPr>
          <a:lstStyle>
            <a:lvl1pPr marL="0" indent="0" algn="ctr">
              <a:buNone/>
              <a:defRPr sz="1803" b="1" u="sng" baseline="0">
                <a:solidFill>
                  <a:schemeClr val="accent5">
                    <a:lumMod val="50000"/>
                  </a:schemeClr>
                </a:solidFill>
              </a:defRPr>
            </a:lvl1pPr>
          </a:lstStyle>
          <a:p>
            <a:pPr lvl="0"/>
            <a:r>
              <a:rPr lang="en-US" dirty="0"/>
              <a:t>(click to add) INTRODUCTION or ABSTRACT</a:t>
            </a:r>
          </a:p>
        </p:txBody>
      </p:sp>
      <p:sp>
        <p:nvSpPr>
          <p:cNvPr id="19" name="Text Placeholder 3"/>
          <p:cNvSpPr>
            <a:spLocks noGrp="1"/>
          </p:cNvSpPr>
          <p:nvPr>
            <p:ph type="body" sz="quarter" idx="19" hasCustomPrompt="1"/>
          </p:nvPr>
        </p:nvSpPr>
        <p:spPr>
          <a:xfrm>
            <a:off x="636210" y="11848921"/>
            <a:ext cx="9376067" cy="656632"/>
          </a:xfrm>
          <a:prstGeom prst="rect">
            <a:avLst/>
          </a:prstGeom>
        </p:spPr>
        <p:txBody>
          <a:bodyPr wrap="square" lIns="228589" tIns="228589" rIns="228589" bIns="228589">
            <a:spAutoFit/>
          </a:bodyPr>
          <a:lstStyle>
            <a:lvl1pPr marL="0" indent="0">
              <a:buNone/>
              <a:defRPr sz="1267">
                <a:solidFill>
                  <a:schemeClr val="accent5">
                    <a:lumMod val="50000"/>
                  </a:schemeClr>
                </a:solidFill>
                <a:latin typeface="Times New Roman" pitchFamily="18" charset="0"/>
                <a:cs typeface="Times New Roman" pitchFamily="18" charset="0"/>
              </a:defRPr>
            </a:lvl1pPr>
            <a:lvl2pPr marL="723894" indent="-278421">
              <a:defRPr sz="1218">
                <a:latin typeface="Trebuchet MS" pitchFamily="34" charset="0"/>
              </a:defRPr>
            </a:lvl2pPr>
            <a:lvl3pPr marL="1002315" indent="-278421">
              <a:defRPr sz="1218">
                <a:latin typeface="Trebuchet MS" pitchFamily="34" charset="0"/>
              </a:defRPr>
            </a:lvl3pPr>
            <a:lvl4pPr marL="1308578" indent="-306263">
              <a:defRPr sz="1218">
                <a:latin typeface="Trebuchet MS" pitchFamily="34" charset="0"/>
              </a:defRPr>
            </a:lvl4pPr>
            <a:lvl5pPr marL="1531315" indent="-222737">
              <a:defRPr sz="1218">
                <a:latin typeface="Trebuchet MS" pitchFamily="34" charset="0"/>
              </a:defRPr>
            </a:lvl5pPr>
          </a:lstStyle>
          <a:p>
            <a:pPr lvl="0"/>
            <a:r>
              <a:rPr lang="en-US" dirty="0"/>
              <a:t>Type in or paste your text here</a:t>
            </a:r>
          </a:p>
        </p:txBody>
      </p:sp>
      <p:sp>
        <p:nvSpPr>
          <p:cNvPr id="20" name="Text Placeholder 5"/>
          <p:cNvSpPr>
            <a:spLocks noGrp="1"/>
          </p:cNvSpPr>
          <p:nvPr>
            <p:ph type="body" sz="quarter" idx="20" hasCustomPrompt="1"/>
          </p:nvPr>
        </p:nvSpPr>
        <p:spPr>
          <a:xfrm>
            <a:off x="649828" y="11322806"/>
            <a:ext cx="9362452" cy="462106"/>
          </a:xfrm>
          <a:prstGeom prst="rect">
            <a:avLst/>
          </a:prstGeom>
          <a:noFill/>
        </p:spPr>
        <p:txBody>
          <a:bodyPr wrap="square" lIns="91436" tIns="91436" rIns="91436" bIns="91436" anchor="ctr" anchorCtr="0">
            <a:spAutoFit/>
          </a:bodyPr>
          <a:lstStyle>
            <a:lvl1pPr marL="0" indent="0" algn="ctr">
              <a:buNone/>
              <a:defRPr sz="1803" b="1" u="sng" baseline="0">
                <a:solidFill>
                  <a:schemeClr val="accent5">
                    <a:lumMod val="50000"/>
                  </a:schemeClr>
                </a:solidFill>
              </a:defRPr>
            </a:lvl1pPr>
          </a:lstStyle>
          <a:p>
            <a:pPr lvl="0"/>
            <a:r>
              <a:rPr lang="en-US" dirty="0"/>
              <a:t>(click to add)  OBJECTIVES</a:t>
            </a:r>
          </a:p>
        </p:txBody>
      </p:sp>
      <p:sp>
        <p:nvSpPr>
          <p:cNvPr id="21" name="Text Placeholder 3"/>
          <p:cNvSpPr>
            <a:spLocks noGrp="1"/>
          </p:cNvSpPr>
          <p:nvPr>
            <p:ph type="body" sz="quarter" idx="21" hasCustomPrompt="1"/>
          </p:nvPr>
        </p:nvSpPr>
        <p:spPr>
          <a:xfrm>
            <a:off x="10453096" y="14028056"/>
            <a:ext cx="9361355" cy="656632"/>
          </a:xfrm>
          <a:prstGeom prst="rect">
            <a:avLst/>
          </a:prstGeom>
        </p:spPr>
        <p:txBody>
          <a:bodyPr wrap="square" lIns="228589" tIns="228589" rIns="228589" bIns="228589">
            <a:spAutoFit/>
          </a:bodyPr>
          <a:lstStyle>
            <a:lvl1pPr marL="0" indent="0">
              <a:buNone/>
              <a:defRPr sz="1267">
                <a:solidFill>
                  <a:schemeClr val="accent5">
                    <a:lumMod val="50000"/>
                  </a:schemeClr>
                </a:solidFill>
                <a:latin typeface="Times New Roman" pitchFamily="18" charset="0"/>
                <a:cs typeface="Times New Roman" pitchFamily="18" charset="0"/>
              </a:defRPr>
            </a:lvl1pPr>
            <a:lvl2pPr marL="723894" indent="-278421">
              <a:defRPr sz="1218">
                <a:latin typeface="Trebuchet MS" pitchFamily="34" charset="0"/>
              </a:defRPr>
            </a:lvl2pPr>
            <a:lvl3pPr marL="1002315" indent="-278421">
              <a:defRPr sz="1218">
                <a:latin typeface="Trebuchet MS" pitchFamily="34" charset="0"/>
              </a:defRPr>
            </a:lvl3pPr>
            <a:lvl4pPr marL="1308578" indent="-306263">
              <a:defRPr sz="1218">
                <a:latin typeface="Trebuchet MS" pitchFamily="34" charset="0"/>
              </a:defRPr>
            </a:lvl4pPr>
            <a:lvl5pPr marL="1531315" indent="-222737">
              <a:defRPr sz="1218">
                <a:latin typeface="Trebuchet MS"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10453096" y="13486239"/>
            <a:ext cx="9361355" cy="462106"/>
          </a:xfrm>
          <a:prstGeom prst="rect">
            <a:avLst/>
          </a:prstGeom>
          <a:noFill/>
        </p:spPr>
        <p:txBody>
          <a:bodyPr wrap="square" lIns="91436" tIns="91436" rIns="91436" bIns="91436" anchor="ctr" anchorCtr="0">
            <a:spAutoFit/>
          </a:bodyPr>
          <a:lstStyle>
            <a:lvl1pPr marL="0" indent="0" algn="ctr">
              <a:buNone/>
              <a:defRPr sz="1803" b="1" u="sng" baseline="0">
                <a:solidFill>
                  <a:schemeClr val="accent5">
                    <a:lumMod val="50000"/>
                  </a:schemeClr>
                </a:solidFill>
              </a:defRPr>
            </a:lvl1pPr>
          </a:lstStyle>
          <a:p>
            <a:pPr lvl="0"/>
            <a:r>
              <a:rPr lang="en-US" dirty="0"/>
              <a:t>(click to add)  MATERIALS &amp; METHODS</a:t>
            </a:r>
          </a:p>
        </p:txBody>
      </p:sp>
      <p:sp>
        <p:nvSpPr>
          <p:cNvPr id="23" name="Text Placeholder 3"/>
          <p:cNvSpPr>
            <a:spLocks noGrp="1"/>
          </p:cNvSpPr>
          <p:nvPr>
            <p:ph type="body" sz="quarter" idx="23" hasCustomPrompt="1"/>
          </p:nvPr>
        </p:nvSpPr>
        <p:spPr>
          <a:xfrm>
            <a:off x="10458572" y="4089430"/>
            <a:ext cx="9361355" cy="656632"/>
          </a:xfrm>
          <a:prstGeom prst="rect">
            <a:avLst/>
          </a:prstGeom>
        </p:spPr>
        <p:txBody>
          <a:bodyPr wrap="square" lIns="228589" tIns="228589" rIns="228589" bIns="228589">
            <a:spAutoFit/>
          </a:bodyPr>
          <a:lstStyle>
            <a:lvl1pPr marL="0" indent="0">
              <a:buNone/>
              <a:defRPr sz="1267">
                <a:solidFill>
                  <a:schemeClr val="accent5">
                    <a:lumMod val="50000"/>
                  </a:schemeClr>
                </a:solidFill>
                <a:latin typeface="Times New Roman" pitchFamily="18" charset="0"/>
                <a:cs typeface="Times New Roman" pitchFamily="18" charset="0"/>
              </a:defRPr>
            </a:lvl1pPr>
            <a:lvl2pPr marL="723894" indent="-278421">
              <a:defRPr sz="1218">
                <a:latin typeface="Trebuchet MS" pitchFamily="34" charset="0"/>
              </a:defRPr>
            </a:lvl2pPr>
            <a:lvl3pPr marL="1002315" indent="-278421">
              <a:defRPr sz="1218">
                <a:latin typeface="Trebuchet MS" pitchFamily="34" charset="0"/>
              </a:defRPr>
            </a:lvl3pPr>
            <a:lvl4pPr marL="1308578" indent="-306263">
              <a:defRPr sz="1218">
                <a:latin typeface="Trebuchet MS" pitchFamily="34" charset="0"/>
              </a:defRPr>
            </a:lvl4pPr>
            <a:lvl5pPr marL="1531315" indent="-222737">
              <a:defRPr sz="1218">
                <a:latin typeface="Trebuchet MS"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10453097" y="3542456"/>
            <a:ext cx="9366832" cy="462106"/>
          </a:xfrm>
          <a:prstGeom prst="rect">
            <a:avLst/>
          </a:prstGeom>
          <a:noFill/>
        </p:spPr>
        <p:txBody>
          <a:bodyPr wrap="square" lIns="91436" tIns="91436" rIns="91436" bIns="91436" anchor="ctr" anchorCtr="0">
            <a:spAutoFit/>
          </a:bodyPr>
          <a:lstStyle>
            <a:lvl1pPr marL="0" indent="0" algn="ctr">
              <a:buNone/>
              <a:defRPr sz="1803" b="1" u="sng" baseline="0">
                <a:solidFill>
                  <a:schemeClr val="accent5">
                    <a:lumMod val="50000"/>
                  </a:schemeClr>
                </a:solidFill>
              </a:defRPr>
            </a:lvl1pPr>
          </a:lstStyle>
          <a:p>
            <a:pPr lvl="0"/>
            <a:r>
              <a:rPr lang="en-US" dirty="0"/>
              <a:t>(click to add)  RESULTS</a:t>
            </a:r>
          </a:p>
        </p:txBody>
      </p:sp>
      <p:sp>
        <p:nvSpPr>
          <p:cNvPr id="25" name="Text Placeholder 5"/>
          <p:cNvSpPr>
            <a:spLocks noGrp="1"/>
          </p:cNvSpPr>
          <p:nvPr>
            <p:ph type="body" sz="quarter" idx="25" hasCustomPrompt="1"/>
          </p:nvPr>
        </p:nvSpPr>
        <p:spPr>
          <a:xfrm>
            <a:off x="20276556" y="3542456"/>
            <a:ext cx="9364454" cy="462106"/>
          </a:xfrm>
          <a:prstGeom prst="rect">
            <a:avLst/>
          </a:prstGeom>
          <a:noFill/>
        </p:spPr>
        <p:txBody>
          <a:bodyPr wrap="square" lIns="91436" tIns="91436" rIns="91436" bIns="91436" anchor="ctr" anchorCtr="0">
            <a:spAutoFit/>
          </a:bodyPr>
          <a:lstStyle>
            <a:lvl1pPr marL="0" indent="0" algn="ctr">
              <a:buNone/>
              <a:defRPr sz="1803" b="1" u="sng" baseline="0">
                <a:solidFill>
                  <a:schemeClr val="accent5">
                    <a:lumMod val="50000"/>
                  </a:schemeClr>
                </a:solidFill>
              </a:defRPr>
            </a:lvl1pPr>
          </a:lstStyle>
          <a:p>
            <a:pPr lvl="0"/>
            <a:r>
              <a:rPr lang="en-US" dirty="0"/>
              <a:t>(click to add)  CONCLUSIONS</a:t>
            </a:r>
          </a:p>
        </p:txBody>
      </p:sp>
      <p:sp>
        <p:nvSpPr>
          <p:cNvPr id="26" name="Text Placeholder 3"/>
          <p:cNvSpPr>
            <a:spLocks noGrp="1"/>
          </p:cNvSpPr>
          <p:nvPr>
            <p:ph type="body" sz="quarter" idx="26" hasCustomPrompt="1"/>
          </p:nvPr>
        </p:nvSpPr>
        <p:spPr>
          <a:xfrm>
            <a:off x="20276556" y="4089430"/>
            <a:ext cx="9364454" cy="656632"/>
          </a:xfrm>
          <a:prstGeom prst="rect">
            <a:avLst/>
          </a:prstGeom>
        </p:spPr>
        <p:txBody>
          <a:bodyPr wrap="square" lIns="228589" tIns="228589" rIns="228589" bIns="228589">
            <a:spAutoFit/>
          </a:bodyPr>
          <a:lstStyle>
            <a:lvl1pPr marL="0" indent="0">
              <a:buNone/>
              <a:defRPr sz="1267">
                <a:solidFill>
                  <a:schemeClr val="accent5">
                    <a:lumMod val="50000"/>
                  </a:schemeClr>
                </a:solidFill>
                <a:latin typeface="Times New Roman" pitchFamily="18" charset="0"/>
                <a:cs typeface="Times New Roman" pitchFamily="18" charset="0"/>
              </a:defRPr>
            </a:lvl1pPr>
            <a:lvl2pPr marL="723894" indent="-278421">
              <a:defRPr sz="1218">
                <a:latin typeface="Trebuchet MS" pitchFamily="34" charset="0"/>
              </a:defRPr>
            </a:lvl2pPr>
            <a:lvl3pPr marL="1002315" indent="-278421">
              <a:defRPr sz="1218">
                <a:latin typeface="Trebuchet MS" pitchFamily="34" charset="0"/>
              </a:defRPr>
            </a:lvl3pPr>
            <a:lvl4pPr marL="1308578" indent="-306263">
              <a:defRPr sz="1218">
                <a:latin typeface="Trebuchet MS" pitchFamily="34" charset="0"/>
              </a:defRPr>
            </a:lvl4pPr>
            <a:lvl5pPr marL="1531315" indent="-222737">
              <a:defRPr sz="1218">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20276556" y="11301949"/>
            <a:ext cx="9364454" cy="462106"/>
          </a:xfrm>
          <a:prstGeom prst="rect">
            <a:avLst/>
          </a:prstGeom>
          <a:noFill/>
        </p:spPr>
        <p:txBody>
          <a:bodyPr wrap="square" lIns="91436" tIns="91436" rIns="91436" bIns="91436" anchor="ctr" anchorCtr="0">
            <a:spAutoFit/>
          </a:bodyPr>
          <a:lstStyle>
            <a:lvl1pPr marL="0" indent="0" algn="ctr">
              <a:buNone/>
              <a:tabLst/>
              <a:defRPr sz="1803" b="1" u="sng" baseline="0">
                <a:solidFill>
                  <a:schemeClr val="accent5">
                    <a:lumMod val="50000"/>
                  </a:schemeClr>
                </a:solidFill>
              </a:defRPr>
            </a:lvl1pPr>
          </a:lstStyle>
          <a:p>
            <a:pPr lvl="0"/>
            <a:r>
              <a:rPr lang="en-US" dirty="0"/>
              <a:t>(click to add)  REFERENCES</a:t>
            </a:r>
          </a:p>
        </p:txBody>
      </p:sp>
      <p:sp>
        <p:nvSpPr>
          <p:cNvPr id="28" name="Text Placeholder 3"/>
          <p:cNvSpPr>
            <a:spLocks noGrp="1"/>
          </p:cNvSpPr>
          <p:nvPr>
            <p:ph type="body" sz="quarter" idx="28" hasCustomPrompt="1"/>
          </p:nvPr>
        </p:nvSpPr>
        <p:spPr>
          <a:xfrm>
            <a:off x="20273086" y="11794922"/>
            <a:ext cx="9367926" cy="656632"/>
          </a:xfrm>
          <a:prstGeom prst="rect">
            <a:avLst/>
          </a:prstGeom>
        </p:spPr>
        <p:txBody>
          <a:bodyPr wrap="square" lIns="228589" tIns="228589" rIns="228589" bIns="228589">
            <a:spAutoFit/>
          </a:bodyPr>
          <a:lstStyle>
            <a:lvl1pPr marL="0" indent="0">
              <a:buNone/>
              <a:defRPr sz="1267">
                <a:solidFill>
                  <a:schemeClr val="accent5">
                    <a:lumMod val="50000"/>
                  </a:schemeClr>
                </a:solidFill>
                <a:latin typeface="Times New Roman" pitchFamily="18" charset="0"/>
                <a:cs typeface="Times New Roman" pitchFamily="18" charset="0"/>
              </a:defRPr>
            </a:lvl1pPr>
            <a:lvl2pPr marL="723894" indent="-278421">
              <a:defRPr sz="1218">
                <a:latin typeface="Trebuchet MS" pitchFamily="34" charset="0"/>
              </a:defRPr>
            </a:lvl2pPr>
            <a:lvl3pPr marL="1002315" indent="-278421">
              <a:defRPr sz="1218">
                <a:latin typeface="Trebuchet MS" pitchFamily="34" charset="0"/>
              </a:defRPr>
            </a:lvl3pPr>
            <a:lvl4pPr marL="1308578" indent="-306263">
              <a:defRPr sz="1218">
                <a:latin typeface="Trebuchet MS" pitchFamily="34" charset="0"/>
              </a:defRPr>
            </a:lvl4pPr>
            <a:lvl5pPr marL="1531315" indent="-222737">
              <a:defRPr sz="1218">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20276556" y="16803066"/>
            <a:ext cx="9364454" cy="462106"/>
          </a:xfrm>
          <a:prstGeom prst="rect">
            <a:avLst/>
          </a:prstGeom>
          <a:noFill/>
        </p:spPr>
        <p:txBody>
          <a:bodyPr wrap="square" lIns="91436" tIns="91436" rIns="91436" bIns="91436" anchor="ctr" anchorCtr="0">
            <a:spAutoFit/>
          </a:bodyPr>
          <a:lstStyle>
            <a:lvl1pPr marL="0" indent="0" algn="ctr">
              <a:buNone/>
              <a:defRPr sz="1803" b="1" u="sng" baseline="0">
                <a:solidFill>
                  <a:schemeClr val="accent5">
                    <a:lumMod val="50000"/>
                  </a:schemeClr>
                </a:solidFill>
              </a:defRPr>
            </a:lvl1pPr>
          </a:lstStyle>
          <a:p>
            <a:pPr lvl="0"/>
            <a:r>
              <a:rPr lang="en-US" dirty="0"/>
              <a:t>(click to add)  ACKNOWLEDGEMENTS  or  CONTACT</a:t>
            </a:r>
          </a:p>
        </p:txBody>
      </p:sp>
      <p:sp>
        <p:nvSpPr>
          <p:cNvPr id="30" name="Text Placeholder 3"/>
          <p:cNvSpPr>
            <a:spLocks noGrp="1"/>
          </p:cNvSpPr>
          <p:nvPr>
            <p:ph type="body" sz="quarter" idx="30" hasCustomPrompt="1"/>
          </p:nvPr>
        </p:nvSpPr>
        <p:spPr>
          <a:xfrm>
            <a:off x="20276556" y="17296041"/>
            <a:ext cx="9367926" cy="656632"/>
          </a:xfrm>
          <a:prstGeom prst="rect">
            <a:avLst/>
          </a:prstGeom>
        </p:spPr>
        <p:txBody>
          <a:bodyPr wrap="square" lIns="228589" tIns="228589" rIns="228589" bIns="228589">
            <a:spAutoFit/>
          </a:bodyPr>
          <a:lstStyle>
            <a:lvl1pPr marL="0" indent="0">
              <a:buNone/>
              <a:defRPr sz="1267">
                <a:solidFill>
                  <a:schemeClr val="accent5">
                    <a:lumMod val="50000"/>
                  </a:schemeClr>
                </a:solidFill>
                <a:latin typeface="Times New Roman" pitchFamily="18" charset="0"/>
                <a:cs typeface="Times New Roman" pitchFamily="18" charset="0"/>
              </a:defRPr>
            </a:lvl1pPr>
            <a:lvl2pPr marL="723894" indent="-278421">
              <a:defRPr sz="1218">
                <a:latin typeface="Trebuchet MS" pitchFamily="34" charset="0"/>
              </a:defRPr>
            </a:lvl2pPr>
            <a:lvl3pPr marL="1002315" indent="-278421">
              <a:defRPr sz="1218">
                <a:latin typeface="Trebuchet MS" pitchFamily="34" charset="0"/>
              </a:defRPr>
            </a:lvl3pPr>
            <a:lvl4pPr marL="1308578" indent="-306263">
              <a:defRPr sz="1218">
                <a:latin typeface="Trebuchet MS" pitchFamily="34" charset="0"/>
              </a:defRPr>
            </a:lvl4pPr>
            <a:lvl5pPr marL="1531315" indent="-222737">
              <a:defRPr sz="1218">
                <a:latin typeface="Trebuchet MS" pitchFamily="34" charset="0"/>
              </a:defRPr>
            </a:lvl5pPr>
          </a:lstStyle>
          <a:p>
            <a:pPr lvl="0"/>
            <a:r>
              <a:rPr lang="en-US" dirty="0"/>
              <a:t>Type in or paste your text here</a:t>
            </a:r>
          </a:p>
        </p:txBody>
      </p:sp>
      <p:sp>
        <p:nvSpPr>
          <p:cNvPr id="64" name="Text Placeholder 76"/>
          <p:cNvSpPr>
            <a:spLocks noGrp="1"/>
          </p:cNvSpPr>
          <p:nvPr>
            <p:ph type="body" sz="quarter" idx="150" hasCustomPrompt="1"/>
          </p:nvPr>
        </p:nvSpPr>
        <p:spPr>
          <a:xfrm>
            <a:off x="4092177" y="2198195"/>
            <a:ext cx="22072205" cy="831585"/>
          </a:xfrm>
          <a:prstGeom prst="rect">
            <a:avLst/>
          </a:prstGeom>
        </p:spPr>
        <p:txBody>
          <a:bodyPr>
            <a:normAutofit/>
          </a:bodyPr>
          <a:lstStyle>
            <a:lvl1pPr marL="0" indent="0" algn="ctr">
              <a:buFontTx/>
              <a:buNone/>
              <a:defRPr sz="2923">
                <a:solidFill>
                  <a:schemeClr val="bg1"/>
                </a:solidFill>
                <a:latin typeface="+mj-lt"/>
              </a:defRPr>
            </a:lvl1pPr>
            <a:lvl2pPr>
              <a:buFontTx/>
              <a:buNone/>
              <a:defRPr sz="3508"/>
            </a:lvl2pPr>
            <a:lvl3pPr>
              <a:buFontTx/>
              <a:buNone/>
              <a:defRPr sz="3508"/>
            </a:lvl3pPr>
            <a:lvl4pPr>
              <a:buFontTx/>
              <a:buNone/>
              <a:defRPr sz="3508"/>
            </a:lvl4pPr>
            <a:lvl5pPr>
              <a:buFontTx/>
              <a:buNone/>
              <a:defRPr sz="3508"/>
            </a:lvl5pPr>
          </a:lstStyle>
          <a:p>
            <a:pPr lvl="0"/>
            <a:r>
              <a:rPr lang="en-US" dirty="0"/>
              <a:t>Click here to add affiliations</a:t>
            </a:r>
          </a:p>
        </p:txBody>
      </p:sp>
      <p:sp>
        <p:nvSpPr>
          <p:cNvPr id="65" name="Text Placeholder 76"/>
          <p:cNvSpPr>
            <a:spLocks noGrp="1"/>
          </p:cNvSpPr>
          <p:nvPr>
            <p:ph type="body" sz="quarter" idx="151" hasCustomPrompt="1"/>
          </p:nvPr>
        </p:nvSpPr>
        <p:spPr>
          <a:xfrm>
            <a:off x="4092177" y="1366610"/>
            <a:ext cx="22072205" cy="831585"/>
          </a:xfrm>
          <a:prstGeom prst="rect">
            <a:avLst/>
          </a:prstGeom>
        </p:spPr>
        <p:txBody>
          <a:bodyPr anchor="t" anchorCtr="1">
            <a:normAutofit/>
          </a:bodyPr>
          <a:lstStyle>
            <a:lvl1pPr marL="0" indent="0" algn="ctr">
              <a:buFontTx/>
              <a:buNone/>
              <a:defRPr sz="4287">
                <a:solidFill>
                  <a:schemeClr val="bg1"/>
                </a:solidFill>
                <a:latin typeface="+mj-lt"/>
              </a:defRPr>
            </a:lvl1pPr>
            <a:lvl2pPr>
              <a:buFontTx/>
              <a:buNone/>
              <a:defRPr sz="3508"/>
            </a:lvl2pPr>
            <a:lvl3pPr>
              <a:buFontTx/>
              <a:buNone/>
              <a:defRPr sz="3508"/>
            </a:lvl3pPr>
            <a:lvl4pPr>
              <a:buFontTx/>
              <a:buNone/>
              <a:defRPr sz="3508"/>
            </a:lvl4pPr>
            <a:lvl5pPr>
              <a:buFontTx/>
              <a:buNone/>
              <a:defRPr sz="3508"/>
            </a:lvl5pPr>
          </a:lstStyle>
          <a:p>
            <a:pPr lvl="0"/>
            <a:r>
              <a:rPr lang="en-US" dirty="0"/>
              <a:t>Click here to add authors</a:t>
            </a:r>
          </a:p>
        </p:txBody>
      </p:sp>
      <p:sp>
        <p:nvSpPr>
          <p:cNvPr id="66" name="Text Placeholder 76"/>
          <p:cNvSpPr>
            <a:spLocks noGrp="1"/>
          </p:cNvSpPr>
          <p:nvPr>
            <p:ph type="body" sz="quarter" idx="153" hasCustomPrompt="1"/>
          </p:nvPr>
        </p:nvSpPr>
        <p:spPr>
          <a:xfrm>
            <a:off x="4092177" y="302590"/>
            <a:ext cx="22072205" cy="1064019"/>
          </a:xfrm>
          <a:prstGeom prst="rect">
            <a:avLst/>
          </a:prstGeom>
        </p:spPr>
        <p:txBody>
          <a:bodyPr anchor="t" anchorCtr="1">
            <a:normAutofit/>
          </a:bodyPr>
          <a:lstStyle>
            <a:lvl1pPr marL="0" indent="0" algn="ctr">
              <a:buFontTx/>
              <a:buNone/>
              <a:defRPr sz="5603">
                <a:solidFill>
                  <a:schemeClr val="bg1"/>
                </a:solidFill>
                <a:latin typeface="+mj-lt"/>
              </a:defRPr>
            </a:lvl1pPr>
            <a:lvl2pPr>
              <a:buFontTx/>
              <a:buNone/>
              <a:defRPr sz="3508"/>
            </a:lvl2pPr>
            <a:lvl3pPr>
              <a:buFontTx/>
              <a:buNone/>
              <a:defRPr sz="3508"/>
            </a:lvl3pPr>
            <a:lvl4pPr>
              <a:buFontTx/>
              <a:buNone/>
              <a:defRPr sz="3508"/>
            </a:lvl4pPr>
            <a:lvl5pPr>
              <a:buFontTx/>
              <a:buNone/>
              <a:defRPr sz="3508"/>
            </a:lvl5pPr>
          </a:lstStyle>
          <a:p>
            <a:pPr lvl="0"/>
            <a:r>
              <a:rPr lang="en-US" dirty="0"/>
              <a:t>Click here to add title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Wide center column">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623690" y="4035430"/>
            <a:ext cx="6936975" cy="649066"/>
          </a:xfrm>
          <a:prstGeom prst="rect">
            <a:avLst/>
          </a:prstGeom>
        </p:spPr>
        <p:txBody>
          <a:bodyPr wrap="square" lIns="228589" tIns="228589" rIns="228589" bIns="228589">
            <a:spAutoFit/>
          </a:bodyPr>
          <a:lstStyle>
            <a:lvl1pPr marL="0" indent="0">
              <a:buNone/>
              <a:defRPr sz="1218">
                <a:latin typeface="Trebuchet MS" pitchFamily="34" charset="0"/>
              </a:defRPr>
            </a:lvl1pPr>
            <a:lvl2pPr marL="723894" indent="-278421">
              <a:defRPr sz="1218">
                <a:latin typeface="Trebuchet MS" pitchFamily="34" charset="0"/>
              </a:defRPr>
            </a:lvl2pPr>
            <a:lvl3pPr marL="1002315" indent="-278421">
              <a:defRPr sz="1218">
                <a:latin typeface="Trebuchet MS" pitchFamily="34" charset="0"/>
              </a:defRPr>
            </a:lvl3pPr>
            <a:lvl4pPr marL="1308578" indent="-306263">
              <a:defRPr sz="1218">
                <a:latin typeface="Trebuchet MS" pitchFamily="34" charset="0"/>
              </a:defRPr>
            </a:lvl4pPr>
            <a:lvl5pPr marL="1531315" indent="-222737">
              <a:defRPr sz="1218">
                <a:latin typeface="Trebuchet MS" pitchFamily="34" charset="0"/>
              </a:defRPr>
            </a:lvl5pPr>
          </a:lstStyle>
          <a:p>
            <a:pPr lvl="0"/>
            <a:r>
              <a:rPr lang="en-US" dirty="0"/>
              <a:t>Enter your text here</a:t>
            </a:r>
          </a:p>
        </p:txBody>
      </p:sp>
      <p:sp>
        <p:nvSpPr>
          <p:cNvPr id="6" name="Text Placeholder 5"/>
          <p:cNvSpPr>
            <a:spLocks noGrp="1"/>
          </p:cNvSpPr>
          <p:nvPr>
            <p:ph type="body" sz="quarter" idx="11" hasCustomPrompt="1"/>
          </p:nvPr>
        </p:nvSpPr>
        <p:spPr>
          <a:xfrm>
            <a:off x="636211" y="3488456"/>
            <a:ext cx="6931500" cy="462106"/>
          </a:xfrm>
          <a:prstGeom prst="rect">
            <a:avLst/>
          </a:prstGeom>
          <a:noFill/>
        </p:spPr>
        <p:txBody>
          <a:bodyPr lIns="91436" tIns="91436" rIns="91436" bIns="91436" anchor="ctr" anchorCtr="0">
            <a:spAutoFit/>
          </a:bodyPr>
          <a:lstStyle>
            <a:lvl1pPr marL="0" indent="0" algn="ctr">
              <a:buNone/>
              <a:defRPr sz="1803" b="1" u="sng" baseline="0">
                <a:solidFill>
                  <a:schemeClr val="accent5">
                    <a:lumMod val="50000"/>
                  </a:schemeClr>
                </a:solidFill>
              </a:defRPr>
            </a:lvl1pPr>
          </a:lstStyle>
          <a:p>
            <a:pPr lvl="0"/>
            <a:r>
              <a:rPr lang="en-US" dirty="0"/>
              <a:t>(click to add) INTRODUCTION or ABSTRACT</a:t>
            </a:r>
          </a:p>
        </p:txBody>
      </p:sp>
      <p:sp>
        <p:nvSpPr>
          <p:cNvPr id="19" name="Text Placeholder 3"/>
          <p:cNvSpPr>
            <a:spLocks noGrp="1"/>
          </p:cNvSpPr>
          <p:nvPr>
            <p:ph type="body" sz="quarter" idx="19" hasCustomPrompt="1"/>
          </p:nvPr>
        </p:nvSpPr>
        <p:spPr>
          <a:xfrm>
            <a:off x="622592" y="9772351"/>
            <a:ext cx="6938070" cy="649066"/>
          </a:xfrm>
          <a:prstGeom prst="rect">
            <a:avLst/>
          </a:prstGeom>
        </p:spPr>
        <p:txBody>
          <a:bodyPr wrap="square" lIns="228589" tIns="228589" rIns="228589" bIns="228589">
            <a:spAutoFit/>
          </a:bodyPr>
          <a:lstStyle>
            <a:lvl1pPr marL="0" indent="0">
              <a:buNone/>
              <a:defRPr sz="1218">
                <a:latin typeface="Trebuchet MS" pitchFamily="34" charset="0"/>
              </a:defRPr>
            </a:lvl1pPr>
            <a:lvl2pPr marL="723894" indent="-278421">
              <a:defRPr sz="1218">
                <a:latin typeface="Trebuchet MS" pitchFamily="34" charset="0"/>
              </a:defRPr>
            </a:lvl2pPr>
            <a:lvl3pPr marL="1002315" indent="-278421">
              <a:defRPr sz="1218">
                <a:latin typeface="Trebuchet MS" pitchFamily="34" charset="0"/>
              </a:defRPr>
            </a:lvl3pPr>
            <a:lvl4pPr marL="1308578" indent="-306263">
              <a:defRPr sz="1218">
                <a:latin typeface="Trebuchet MS" pitchFamily="34" charset="0"/>
              </a:defRPr>
            </a:lvl4pPr>
            <a:lvl5pPr marL="1531315" indent="-222737">
              <a:defRPr sz="1218">
                <a:latin typeface="Trebuchet MS" pitchFamily="34" charset="0"/>
              </a:defRPr>
            </a:lvl5pPr>
          </a:lstStyle>
          <a:p>
            <a:pPr lvl="0"/>
            <a:r>
              <a:rPr lang="en-US" dirty="0"/>
              <a:t>Enter your text here</a:t>
            </a:r>
          </a:p>
        </p:txBody>
      </p:sp>
      <p:sp>
        <p:nvSpPr>
          <p:cNvPr id="20" name="Text Placeholder 5"/>
          <p:cNvSpPr>
            <a:spLocks noGrp="1"/>
          </p:cNvSpPr>
          <p:nvPr>
            <p:ph type="body" sz="quarter" idx="20" hasCustomPrompt="1"/>
          </p:nvPr>
        </p:nvSpPr>
        <p:spPr>
          <a:xfrm>
            <a:off x="636210" y="9246236"/>
            <a:ext cx="6932595" cy="462106"/>
          </a:xfrm>
          <a:prstGeom prst="rect">
            <a:avLst/>
          </a:prstGeom>
          <a:noFill/>
        </p:spPr>
        <p:txBody>
          <a:bodyPr wrap="square" lIns="91436" tIns="91436" rIns="91436" bIns="91436" anchor="ctr" anchorCtr="0">
            <a:spAutoFit/>
          </a:bodyPr>
          <a:lstStyle>
            <a:lvl1pPr marL="0" indent="0" algn="ctr">
              <a:buNone/>
              <a:defRPr sz="1803" b="1" u="sng" baseline="0">
                <a:solidFill>
                  <a:schemeClr val="accent5">
                    <a:lumMod val="50000"/>
                  </a:schemeClr>
                </a:solidFill>
              </a:defRPr>
            </a:lvl1pPr>
          </a:lstStyle>
          <a:p>
            <a:pPr lvl="0"/>
            <a:r>
              <a:rPr lang="en-US" dirty="0"/>
              <a:t>(click to add)  OBJECTIVES</a:t>
            </a:r>
          </a:p>
        </p:txBody>
      </p:sp>
      <p:sp>
        <p:nvSpPr>
          <p:cNvPr id="21" name="Text Placeholder 3"/>
          <p:cNvSpPr>
            <a:spLocks noGrp="1"/>
          </p:cNvSpPr>
          <p:nvPr>
            <p:ph type="body" sz="quarter" idx="21" hasCustomPrompt="1"/>
          </p:nvPr>
        </p:nvSpPr>
        <p:spPr>
          <a:xfrm>
            <a:off x="7992578" y="4030274"/>
            <a:ext cx="14292247" cy="649066"/>
          </a:xfrm>
          <a:prstGeom prst="rect">
            <a:avLst/>
          </a:prstGeom>
        </p:spPr>
        <p:txBody>
          <a:bodyPr wrap="square" lIns="228589" tIns="228589" rIns="228589" bIns="228589">
            <a:spAutoFit/>
          </a:bodyPr>
          <a:lstStyle>
            <a:lvl1pPr marL="0" indent="0">
              <a:buNone/>
              <a:defRPr sz="1218">
                <a:latin typeface="Trebuchet MS" pitchFamily="34" charset="0"/>
              </a:defRPr>
            </a:lvl1pPr>
            <a:lvl2pPr marL="723894" indent="-278421">
              <a:defRPr sz="1218">
                <a:latin typeface="Trebuchet MS" pitchFamily="34" charset="0"/>
              </a:defRPr>
            </a:lvl2pPr>
            <a:lvl3pPr marL="1002315" indent="-278421">
              <a:defRPr sz="1218">
                <a:latin typeface="Trebuchet MS" pitchFamily="34" charset="0"/>
              </a:defRPr>
            </a:lvl3pPr>
            <a:lvl4pPr marL="1308578" indent="-306263">
              <a:defRPr sz="1218">
                <a:latin typeface="Trebuchet MS" pitchFamily="34" charset="0"/>
              </a:defRPr>
            </a:lvl4pPr>
            <a:lvl5pPr marL="1531315" indent="-222737">
              <a:defRPr sz="1218">
                <a:latin typeface="Trebuchet MS" pitchFamily="34" charset="0"/>
              </a:defRPr>
            </a:lvl5pPr>
          </a:lstStyle>
          <a:p>
            <a:pPr lvl="0"/>
            <a:r>
              <a:rPr lang="en-US" dirty="0"/>
              <a:t>Enter your text here</a:t>
            </a:r>
          </a:p>
        </p:txBody>
      </p:sp>
      <p:sp>
        <p:nvSpPr>
          <p:cNvPr id="22" name="Text Placeholder 5"/>
          <p:cNvSpPr>
            <a:spLocks noGrp="1"/>
          </p:cNvSpPr>
          <p:nvPr>
            <p:ph type="body" sz="quarter" idx="22" hasCustomPrompt="1"/>
          </p:nvPr>
        </p:nvSpPr>
        <p:spPr>
          <a:xfrm>
            <a:off x="7992579" y="3488456"/>
            <a:ext cx="14292248" cy="462106"/>
          </a:xfrm>
          <a:prstGeom prst="rect">
            <a:avLst/>
          </a:prstGeom>
          <a:noFill/>
        </p:spPr>
        <p:txBody>
          <a:bodyPr wrap="square" lIns="91436" tIns="91436" rIns="91436" bIns="91436" anchor="ctr" anchorCtr="0">
            <a:spAutoFit/>
          </a:bodyPr>
          <a:lstStyle>
            <a:lvl1pPr marL="0" indent="0" algn="ctr">
              <a:buNone/>
              <a:defRPr sz="1803" b="1" u="sng" baseline="0">
                <a:solidFill>
                  <a:schemeClr val="accent5">
                    <a:lumMod val="50000"/>
                  </a:schemeClr>
                </a:solidFill>
              </a:defRPr>
            </a:lvl1pPr>
          </a:lstStyle>
          <a:p>
            <a:pPr lvl="0"/>
            <a:r>
              <a:rPr lang="en-US" dirty="0"/>
              <a:t>(header)  MATERIALS &amp; METHODS</a:t>
            </a:r>
          </a:p>
        </p:txBody>
      </p:sp>
      <p:sp>
        <p:nvSpPr>
          <p:cNvPr id="23" name="Text Placeholder 3"/>
          <p:cNvSpPr>
            <a:spLocks noGrp="1"/>
          </p:cNvSpPr>
          <p:nvPr>
            <p:ph type="body" sz="quarter" idx="23" hasCustomPrompt="1"/>
          </p:nvPr>
        </p:nvSpPr>
        <p:spPr>
          <a:xfrm>
            <a:off x="7992579" y="14223879"/>
            <a:ext cx="14292248" cy="649066"/>
          </a:xfrm>
          <a:prstGeom prst="rect">
            <a:avLst/>
          </a:prstGeom>
        </p:spPr>
        <p:txBody>
          <a:bodyPr wrap="square" lIns="228589" tIns="228589" rIns="228589" bIns="228589">
            <a:spAutoFit/>
          </a:bodyPr>
          <a:lstStyle>
            <a:lvl1pPr marL="0" indent="0">
              <a:buNone/>
              <a:defRPr sz="1218">
                <a:latin typeface="Trebuchet MS" pitchFamily="34" charset="0"/>
              </a:defRPr>
            </a:lvl1pPr>
            <a:lvl2pPr marL="723894" indent="-278421">
              <a:defRPr sz="1218">
                <a:latin typeface="Trebuchet MS" pitchFamily="34" charset="0"/>
              </a:defRPr>
            </a:lvl2pPr>
            <a:lvl3pPr marL="1002315" indent="-278421">
              <a:defRPr sz="1218">
                <a:latin typeface="Trebuchet MS" pitchFamily="34" charset="0"/>
              </a:defRPr>
            </a:lvl3pPr>
            <a:lvl4pPr marL="1308578" indent="-306263">
              <a:defRPr sz="1218">
                <a:latin typeface="Trebuchet MS" pitchFamily="34" charset="0"/>
              </a:defRPr>
            </a:lvl4pPr>
            <a:lvl5pPr marL="1531315" indent="-222737">
              <a:defRPr sz="1218">
                <a:latin typeface="Trebuchet MS" pitchFamily="34" charset="0"/>
              </a:defRPr>
            </a:lvl5pPr>
          </a:lstStyle>
          <a:p>
            <a:pPr lvl="0"/>
            <a:r>
              <a:rPr lang="en-US" dirty="0"/>
              <a:t>Enter your text here</a:t>
            </a:r>
          </a:p>
        </p:txBody>
      </p:sp>
      <p:sp>
        <p:nvSpPr>
          <p:cNvPr id="24" name="Text Placeholder 5"/>
          <p:cNvSpPr>
            <a:spLocks noGrp="1"/>
          </p:cNvSpPr>
          <p:nvPr>
            <p:ph type="body" sz="quarter" idx="24" hasCustomPrompt="1"/>
          </p:nvPr>
        </p:nvSpPr>
        <p:spPr>
          <a:xfrm>
            <a:off x="7992578" y="13703907"/>
            <a:ext cx="14292248" cy="462106"/>
          </a:xfrm>
          <a:prstGeom prst="rect">
            <a:avLst/>
          </a:prstGeom>
          <a:noFill/>
        </p:spPr>
        <p:txBody>
          <a:bodyPr wrap="square" lIns="91436" tIns="91436" rIns="91436" bIns="91436" anchor="ctr" anchorCtr="0">
            <a:spAutoFit/>
          </a:bodyPr>
          <a:lstStyle>
            <a:lvl1pPr marL="0" indent="0" algn="ctr">
              <a:buNone/>
              <a:defRPr sz="1803" b="1" u="sng" baseline="0">
                <a:solidFill>
                  <a:schemeClr val="accent5">
                    <a:lumMod val="50000"/>
                  </a:schemeClr>
                </a:solidFill>
              </a:defRPr>
            </a:lvl1pPr>
          </a:lstStyle>
          <a:p>
            <a:pPr lvl="0"/>
            <a:r>
              <a:rPr lang="en-US" dirty="0"/>
              <a:t>(click to add)  RESULTS</a:t>
            </a:r>
          </a:p>
        </p:txBody>
      </p:sp>
      <p:sp>
        <p:nvSpPr>
          <p:cNvPr id="25" name="Text Placeholder 5"/>
          <p:cNvSpPr>
            <a:spLocks noGrp="1"/>
          </p:cNvSpPr>
          <p:nvPr>
            <p:ph type="body" sz="quarter" idx="25" hasCustomPrompt="1"/>
          </p:nvPr>
        </p:nvSpPr>
        <p:spPr>
          <a:xfrm>
            <a:off x="22697536" y="3488456"/>
            <a:ext cx="6930219" cy="462106"/>
          </a:xfrm>
          <a:prstGeom prst="rect">
            <a:avLst/>
          </a:prstGeom>
          <a:noFill/>
        </p:spPr>
        <p:txBody>
          <a:bodyPr wrap="square" lIns="91436" tIns="91436" rIns="91436" bIns="91436" anchor="ctr" anchorCtr="0">
            <a:spAutoFit/>
          </a:bodyPr>
          <a:lstStyle>
            <a:lvl1pPr marL="0" indent="0" algn="ctr">
              <a:buNone/>
              <a:defRPr sz="1803" b="1" u="sng" baseline="0">
                <a:solidFill>
                  <a:schemeClr val="accent5">
                    <a:lumMod val="50000"/>
                  </a:schemeClr>
                </a:solidFill>
              </a:defRPr>
            </a:lvl1pPr>
          </a:lstStyle>
          <a:p>
            <a:pPr lvl="0"/>
            <a:r>
              <a:rPr lang="en-US" dirty="0"/>
              <a:t>(click to add) CONCLUSIONS</a:t>
            </a:r>
          </a:p>
        </p:txBody>
      </p:sp>
      <p:sp>
        <p:nvSpPr>
          <p:cNvPr id="26" name="Text Placeholder 3"/>
          <p:cNvSpPr>
            <a:spLocks noGrp="1"/>
          </p:cNvSpPr>
          <p:nvPr>
            <p:ph type="body" sz="quarter" idx="26" hasCustomPrompt="1"/>
          </p:nvPr>
        </p:nvSpPr>
        <p:spPr>
          <a:xfrm>
            <a:off x="22697536" y="4035430"/>
            <a:ext cx="6930219" cy="649066"/>
          </a:xfrm>
          <a:prstGeom prst="rect">
            <a:avLst/>
          </a:prstGeom>
        </p:spPr>
        <p:txBody>
          <a:bodyPr wrap="square" lIns="228589" tIns="228589" rIns="228589" bIns="228589">
            <a:spAutoFit/>
          </a:bodyPr>
          <a:lstStyle>
            <a:lvl1pPr marL="0" indent="0">
              <a:buNone/>
              <a:defRPr sz="1218">
                <a:latin typeface="Trebuchet MS" pitchFamily="34" charset="0"/>
              </a:defRPr>
            </a:lvl1pPr>
            <a:lvl2pPr marL="723894" indent="-278421">
              <a:defRPr sz="1218">
                <a:latin typeface="Trebuchet MS" pitchFamily="34" charset="0"/>
              </a:defRPr>
            </a:lvl2pPr>
            <a:lvl3pPr marL="1002315" indent="-278421">
              <a:defRPr sz="1218">
                <a:latin typeface="Trebuchet MS" pitchFamily="34" charset="0"/>
              </a:defRPr>
            </a:lvl3pPr>
            <a:lvl4pPr marL="1308578" indent="-306263">
              <a:defRPr sz="1218">
                <a:latin typeface="Trebuchet MS" pitchFamily="34" charset="0"/>
              </a:defRPr>
            </a:lvl4pPr>
            <a:lvl5pPr marL="1531315" indent="-222737">
              <a:defRPr sz="1218">
                <a:latin typeface="Trebuchet MS" pitchFamily="34" charset="0"/>
              </a:defRPr>
            </a:lvl5pPr>
          </a:lstStyle>
          <a:p>
            <a:pPr lvl="0"/>
            <a:r>
              <a:rPr lang="en-US" dirty="0"/>
              <a:t>Enter your text here</a:t>
            </a:r>
          </a:p>
        </p:txBody>
      </p:sp>
      <p:sp>
        <p:nvSpPr>
          <p:cNvPr id="27" name="Text Placeholder 5"/>
          <p:cNvSpPr>
            <a:spLocks noGrp="1"/>
          </p:cNvSpPr>
          <p:nvPr>
            <p:ph type="body" sz="quarter" idx="27" hasCustomPrompt="1"/>
          </p:nvPr>
        </p:nvSpPr>
        <p:spPr>
          <a:xfrm>
            <a:off x="22697536" y="9285357"/>
            <a:ext cx="6930219" cy="462106"/>
          </a:xfrm>
          <a:prstGeom prst="rect">
            <a:avLst/>
          </a:prstGeom>
          <a:noFill/>
        </p:spPr>
        <p:txBody>
          <a:bodyPr wrap="square" lIns="91436" tIns="91436" rIns="91436" bIns="91436" anchor="ctr" anchorCtr="0">
            <a:spAutoFit/>
          </a:bodyPr>
          <a:lstStyle>
            <a:lvl1pPr marL="0" indent="0" algn="ctr">
              <a:buNone/>
              <a:defRPr sz="1803" b="1" u="sng" baseline="0">
                <a:solidFill>
                  <a:schemeClr val="accent5">
                    <a:lumMod val="50000"/>
                  </a:schemeClr>
                </a:solidFill>
              </a:defRPr>
            </a:lvl1pPr>
          </a:lstStyle>
          <a:p>
            <a:pPr lvl="0"/>
            <a:r>
              <a:rPr lang="en-US" dirty="0"/>
              <a:t>(click to add) REFERENCES</a:t>
            </a:r>
          </a:p>
        </p:txBody>
      </p:sp>
      <p:sp>
        <p:nvSpPr>
          <p:cNvPr id="28" name="Text Placeholder 3"/>
          <p:cNvSpPr>
            <a:spLocks noGrp="1"/>
          </p:cNvSpPr>
          <p:nvPr>
            <p:ph type="body" sz="quarter" idx="28" hasCustomPrompt="1"/>
          </p:nvPr>
        </p:nvSpPr>
        <p:spPr>
          <a:xfrm>
            <a:off x="22697537" y="9751330"/>
            <a:ext cx="6933689" cy="649066"/>
          </a:xfrm>
          <a:prstGeom prst="rect">
            <a:avLst/>
          </a:prstGeom>
        </p:spPr>
        <p:txBody>
          <a:bodyPr wrap="square" lIns="228589" tIns="228589" rIns="228589" bIns="228589">
            <a:spAutoFit/>
          </a:bodyPr>
          <a:lstStyle>
            <a:lvl1pPr marL="0" indent="0">
              <a:buNone/>
              <a:defRPr sz="1218">
                <a:latin typeface="Trebuchet MS" pitchFamily="34" charset="0"/>
              </a:defRPr>
            </a:lvl1pPr>
            <a:lvl2pPr marL="723894" indent="-278421">
              <a:defRPr sz="1218">
                <a:latin typeface="Trebuchet MS" pitchFamily="34" charset="0"/>
              </a:defRPr>
            </a:lvl2pPr>
            <a:lvl3pPr marL="1002315" indent="-278421">
              <a:defRPr sz="1218">
                <a:latin typeface="Trebuchet MS" pitchFamily="34" charset="0"/>
              </a:defRPr>
            </a:lvl3pPr>
            <a:lvl4pPr marL="1308578" indent="-306263">
              <a:defRPr sz="1218">
                <a:latin typeface="Trebuchet MS" pitchFamily="34" charset="0"/>
              </a:defRPr>
            </a:lvl4pPr>
            <a:lvl5pPr marL="1531315" indent="-222737">
              <a:defRPr sz="1218">
                <a:latin typeface="Trebuchet MS" pitchFamily="34" charset="0"/>
              </a:defRPr>
            </a:lvl5pPr>
          </a:lstStyle>
          <a:p>
            <a:pPr lvl="0"/>
            <a:r>
              <a:rPr lang="en-US" dirty="0"/>
              <a:t>Enter your text here</a:t>
            </a:r>
          </a:p>
        </p:txBody>
      </p:sp>
      <p:sp>
        <p:nvSpPr>
          <p:cNvPr id="29" name="Text Placeholder 5"/>
          <p:cNvSpPr>
            <a:spLocks noGrp="1"/>
          </p:cNvSpPr>
          <p:nvPr>
            <p:ph type="body" sz="quarter" idx="29" hasCustomPrompt="1"/>
          </p:nvPr>
        </p:nvSpPr>
        <p:spPr>
          <a:xfrm>
            <a:off x="22697536" y="16688880"/>
            <a:ext cx="6930219" cy="462106"/>
          </a:xfrm>
          <a:prstGeom prst="rect">
            <a:avLst/>
          </a:prstGeom>
          <a:noFill/>
        </p:spPr>
        <p:txBody>
          <a:bodyPr wrap="square" lIns="91436" tIns="91436" rIns="91436" bIns="91436" anchor="ctr" anchorCtr="0">
            <a:spAutoFit/>
          </a:bodyPr>
          <a:lstStyle>
            <a:lvl1pPr marL="0" indent="0" algn="ctr">
              <a:buNone/>
              <a:defRPr sz="1803" b="1" u="sng" baseline="0">
                <a:solidFill>
                  <a:schemeClr val="accent5">
                    <a:lumMod val="50000"/>
                  </a:schemeClr>
                </a:solidFill>
              </a:defRPr>
            </a:lvl1pPr>
          </a:lstStyle>
          <a:p>
            <a:pPr lvl="0"/>
            <a:r>
              <a:rPr lang="en-US" dirty="0"/>
              <a:t>(click to add)  ACKNOWLEDGEMENTS or CONTACT</a:t>
            </a:r>
          </a:p>
        </p:txBody>
      </p:sp>
      <p:sp>
        <p:nvSpPr>
          <p:cNvPr id="30" name="Text Placeholder 3"/>
          <p:cNvSpPr>
            <a:spLocks noGrp="1"/>
          </p:cNvSpPr>
          <p:nvPr>
            <p:ph type="body" sz="quarter" idx="30" hasCustomPrompt="1"/>
          </p:nvPr>
        </p:nvSpPr>
        <p:spPr>
          <a:xfrm>
            <a:off x="22697537" y="17173194"/>
            <a:ext cx="6933689" cy="649066"/>
          </a:xfrm>
          <a:prstGeom prst="rect">
            <a:avLst/>
          </a:prstGeom>
        </p:spPr>
        <p:txBody>
          <a:bodyPr wrap="square" lIns="228589" tIns="228589" rIns="228589" bIns="228589">
            <a:spAutoFit/>
          </a:bodyPr>
          <a:lstStyle>
            <a:lvl1pPr marL="0" indent="0">
              <a:buNone/>
              <a:defRPr sz="1218">
                <a:latin typeface="Trebuchet MS" pitchFamily="34" charset="0"/>
              </a:defRPr>
            </a:lvl1pPr>
            <a:lvl2pPr marL="723894" indent="-278421">
              <a:defRPr sz="1218">
                <a:latin typeface="Trebuchet MS" pitchFamily="34" charset="0"/>
              </a:defRPr>
            </a:lvl2pPr>
            <a:lvl3pPr marL="1002315" indent="-278421">
              <a:defRPr sz="1218">
                <a:latin typeface="Trebuchet MS" pitchFamily="34" charset="0"/>
              </a:defRPr>
            </a:lvl3pPr>
            <a:lvl4pPr marL="1308578" indent="-306263">
              <a:defRPr sz="1218">
                <a:latin typeface="Trebuchet MS" pitchFamily="34" charset="0"/>
              </a:defRPr>
            </a:lvl4pPr>
            <a:lvl5pPr marL="1531315" indent="-222737">
              <a:defRPr sz="1218">
                <a:latin typeface="Trebuchet MS" pitchFamily="34" charset="0"/>
              </a:defRPr>
            </a:lvl5pPr>
          </a:lstStyle>
          <a:p>
            <a:pPr lvl="0"/>
            <a:r>
              <a:rPr lang="en-US" dirty="0"/>
              <a:t>Enter your text here</a:t>
            </a:r>
          </a:p>
        </p:txBody>
      </p:sp>
      <p:sp>
        <p:nvSpPr>
          <p:cNvPr id="64" name="Text Placeholder 76"/>
          <p:cNvSpPr>
            <a:spLocks noGrp="1"/>
          </p:cNvSpPr>
          <p:nvPr>
            <p:ph type="body" sz="quarter" idx="150" hasCustomPrompt="1"/>
          </p:nvPr>
        </p:nvSpPr>
        <p:spPr>
          <a:xfrm>
            <a:off x="4092177" y="2198195"/>
            <a:ext cx="22072205" cy="831585"/>
          </a:xfrm>
          <a:prstGeom prst="rect">
            <a:avLst/>
          </a:prstGeom>
        </p:spPr>
        <p:txBody>
          <a:bodyPr>
            <a:normAutofit/>
          </a:bodyPr>
          <a:lstStyle>
            <a:lvl1pPr marL="0" indent="0" algn="ctr">
              <a:buFontTx/>
              <a:buNone/>
              <a:defRPr sz="2923">
                <a:solidFill>
                  <a:schemeClr val="bg1"/>
                </a:solidFill>
                <a:latin typeface="+mj-lt"/>
              </a:defRPr>
            </a:lvl1pPr>
            <a:lvl2pPr>
              <a:buFontTx/>
              <a:buNone/>
              <a:defRPr sz="3508"/>
            </a:lvl2pPr>
            <a:lvl3pPr>
              <a:buFontTx/>
              <a:buNone/>
              <a:defRPr sz="3508"/>
            </a:lvl3pPr>
            <a:lvl4pPr>
              <a:buFontTx/>
              <a:buNone/>
              <a:defRPr sz="3508"/>
            </a:lvl4pPr>
            <a:lvl5pPr>
              <a:buFontTx/>
              <a:buNone/>
              <a:defRPr sz="3508"/>
            </a:lvl5pPr>
          </a:lstStyle>
          <a:p>
            <a:pPr lvl="0"/>
            <a:r>
              <a:rPr lang="en-US" dirty="0"/>
              <a:t>Click here to add affiliations</a:t>
            </a:r>
          </a:p>
        </p:txBody>
      </p:sp>
      <p:sp>
        <p:nvSpPr>
          <p:cNvPr id="65" name="Text Placeholder 76"/>
          <p:cNvSpPr>
            <a:spLocks noGrp="1"/>
          </p:cNvSpPr>
          <p:nvPr>
            <p:ph type="body" sz="quarter" idx="151" hasCustomPrompt="1"/>
          </p:nvPr>
        </p:nvSpPr>
        <p:spPr>
          <a:xfrm>
            <a:off x="4092177" y="1366610"/>
            <a:ext cx="22072205" cy="831585"/>
          </a:xfrm>
          <a:prstGeom prst="rect">
            <a:avLst/>
          </a:prstGeom>
        </p:spPr>
        <p:txBody>
          <a:bodyPr anchor="t" anchorCtr="1">
            <a:normAutofit/>
          </a:bodyPr>
          <a:lstStyle>
            <a:lvl1pPr marL="0" indent="0" algn="ctr">
              <a:buFontTx/>
              <a:buNone/>
              <a:defRPr sz="4287">
                <a:solidFill>
                  <a:schemeClr val="bg1"/>
                </a:solidFill>
                <a:latin typeface="+mj-lt"/>
              </a:defRPr>
            </a:lvl1pPr>
            <a:lvl2pPr>
              <a:buFontTx/>
              <a:buNone/>
              <a:defRPr sz="3508"/>
            </a:lvl2pPr>
            <a:lvl3pPr>
              <a:buFontTx/>
              <a:buNone/>
              <a:defRPr sz="3508"/>
            </a:lvl3pPr>
            <a:lvl4pPr>
              <a:buFontTx/>
              <a:buNone/>
              <a:defRPr sz="3508"/>
            </a:lvl4pPr>
            <a:lvl5pPr>
              <a:buFontTx/>
              <a:buNone/>
              <a:defRPr sz="3508"/>
            </a:lvl5pPr>
          </a:lstStyle>
          <a:p>
            <a:pPr lvl="0"/>
            <a:r>
              <a:rPr lang="en-US" dirty="0"/>
              <a:t>Click here to add authors</a:t>
            </a:r>
          </a:p>
        </p:txBody>
      </p:sp>
      <p:sp>
        <p:nvSpPr>
          <p:cNvPr id="66" name="Text Placeholder 76"/>
          <p:cNvSpPr>
            <a:spLocks noGrp="1"/>
          </p:cNvSpPr>
          <p:nvPr>
            <p:ph type="body" sz="quarter" idx="153" hasCustomPrompt="1"/>
          </p:nvPr>
        </p:nvSpPr>
        <p:spPr>
          <a:xfrm>
            <a:off x="4092177" y="302590"/>
            <a:ext cx="22072205" cy="1064019"/>
          </a:xfrm>
          <a:prstGeom prst="rect">
            <a:avLst/>
          </a:prstGeom>
        </p:spPr>
        <p:txBody>
          <a:bodyPr anchor="t" anchorCtr="1">
            <a:normAutofit/>
          </a:bodyPr>
          <a:lstStyle>
            <a:lvl1pPr marL="0" indent="0" algn="ctr">
              <a:buFontTx/>
              <a:buNone/>
              <a:defRPr sz="5603">
                <a:solidFill>
                  <a:schemeClr val="bg1"/>
                </a:solidFill>
                <a:latin typeface="+mj-lt"/>
              </a:defRPr>
            </a:lvl1pPr>
            <a:lvl2pPr>
              <a:buFontTx/>
              <a:buNone/>
              <a:defRPr sz="3508"/>
            </a:lvl2pPr>
            <a:lvl3pPr>
              <a:buFontTx/>
              <a:buNone/>
              <a:defRPr sz="3508"/>
            </a:lvl3pPr>
            <a:lvl4pPr>
              <a:buFontTx/>
              <a:buNone/>
              <a:defRPr sz="3508"/>
            </a:lvl4pPr>
            <a:lvl5pPr>
              <a:buFontTx/>
              <a:buNone/>
              <a:defRPr sz="3508"/>
            </a:lvl5pPr>
          </a:lstStyle>
          <a:p>
            <a:pPr lvl="0"/>
            <a:r>
              <a:rPr lang="en-US" dirty="0"/>
              <a:t>Click here to add title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73050" y="1383915"/>
            <a:ext cx="5361236" cy="954921"/>
          </a:xfrm>
        </p:spPr>
        <p:txBody>
          <a:bodyPr/>
          <a:lstStyle/>
          <a:p>
            <a:r>
              <a:rPr lang="en-US"/>
              <a:t>Click to edit Master title style</a:t>
            </a:r>
          </a:p>
        </p:txBody>
      </p:sp>
      <p:sp>
        <p:nvSpPr>
          <p:cNvPr id="3" name="Subtitle 2"/>
          <p:cNvSpPr>
            <a:spLocks noGrp="1"/>
          </p:cNvSpPr>
          <p:nvPr>
            <p:ph type="subTitle" idx="1"/>
          </p:nvPr>
        </p:nvSpPr>
        <p:spPr>
          <a:xfrm>
            <a:off x="946101" y="2524456"/>
            <a:ext cx="4415135" cy="1138480"/>
          </a:xfrm>
        </p:spPr>
        <p:txBody>
          <a:bodyPr/>
          <a:lstStyle>
            <a:lvl1pPr marL="0" indent="0" algn="ctr">
              <a:buNone/>
              <a:defRPr>
                <a:solidFill>
                  <a:schemeClr val="tx1">
                    <a:tint val="75000"/>
                  </a:schemeClr>
                </a:solidFill>
              </a:defRPr>
            </a:lvl1pPr>
            <a:lvl2pPr marL="296995" indent="0" algn="ctr">
              <a:buNone/>
              <a:defRPr>
                <a:solidFill>
                  <a:schemeClr val="tx1">
                    <a:tint val="75000"/>
                  </a:schemeClr>
                </a:solidFill>
              </a:defRPr>
            </a:lvl2pPr>
            <a:lvl3pPr marL="593990" indent="0" algn="ctr">
              <a:buNone/>
              <a:defRPr>
                <a:solidFill>
                  <a:schemeClr val="tx1">
                    <a:tint val="75000"/>
                  </a:schemeClr>
                </a:solidFill>
              </a:defRPr>
            </a:lvl3pPr>
            <a:lvl4pPr marL="890986" indent="0" algn="ctr">
              <a:buNone/>
              <a:defRPr>
                <a:solidFill>
                  <a:schemeClr val="tx1">
                    <a:tint val="75000"/>
                  </a:schemeClr>
                </a:solidFill>
              </a:defRPr>
            </a:lvl4pPr>
            <a:lvl5pPr marL="1187981" indent="0" algn="ctr">
              <a:buNone/>
              <a:defRPr>
                <a:solidFill>
                  <a:schemeClr val="tx1">
                    <a:tint val="75000"/>
                  </a:schemeClr>
                </a:solidFill>
              </a:defRPr>
            </a:lvl5pPr>
            <a:lvl6pPr marL="1484977" indent="0" algn="ctr">
              <a:buNone/>
              <a:defRPr>
                <a:solidFill>
                  <a:schemeClr val="tx1">
                    <a:tint val="75000"/>
                  </a:schemeClr>
                </a:solidFill>
              </a:defRPr>
            </a:lvl6pPr>
            <a:lvl7pPr marL="1781973" indent="0" algn="ctr">
              <a:buNone/>
              <a:defRPr>
                <a:solidFill>
                  <a:schemeClr val="tx1">
                    <a:tint val="75000"/>
                  </a:schemeClr>
                </a:solidFill>
              </a:defRPr>
            </a:lvl7pPr>
            <a:lvl8pPr marL="2078968" indent="0" algn="ctr">
              <a:buNone/>
              <a:defRPr>
                <a:solidFill>
                  <a:schemeClr val="tx1">
                    <a:tint val="75000"/>
                  </a:schemeClr>
                </a:solidFill>
              </a:defRPr>
            </a:lvl8pPr>
            <a:lvl9pPr marL="2375963"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5425817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7043394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98237" y="2862702"/>
            <a:ext cx="5361236" cy="884797"/>
          </a:xfrm>
        </p:spPr>
        <p:txBody>
          <a:bodyPr anchor="t"/>
          <a:lstStyle>
            <a:lvl1pPr algn="l">
              <a:defRPr sz="2598" b="1" cap="all"/>
            </a:lvl1pPr>
          </a:lstStyle>
          <a:p>
            <a:r>
              <a:rPr lang="en-US"/>
              <a:t>Click to edit Master title style</a:t>
            </a:r>
          </a:p>
        </p:txBody>
      </p:sp>
      <p:sp>
        <p:nvSpPr>
          <p:cNvPr id="3" name="Text Placeholder 2"/>
          <p:cNvSpPr>
            <a:spLocks noGrp="1"/>
          </p:cNvSpPr>
          <p:nvPr>
            <p:ph type="body" idx="1"/>
          </p:nvPr>
        </p:nvSpPr>
        <p:spPr>
          <a:xfrm>
            <a:off x="498237" y="1888186"/>
            <a:ext cx="5361236" cy="974514"/>
          </a:xfrm>
        </p:spPr>
        <p:txBody>
          <a:bodyPr anchor="b"/>
          <a:lstStyle>
            <a:lvl1pPr marL="0" indent="0">
              <a:buNone/>
              <a:defRPr sz="1299">
                <a:solidFill>
                  <a:schemeClr val="tx1">
                    <a:tint val="75000"/>
                  </a:schemeClr>
                </a:solidFill>
              </a:defRPr>
            </a:lvl1pPr>
            <a:lvl2pPr marL="296995" indent="0">
              <a:buNone/>
              <a:defRPr sz="1169">
                <a:solidFill>
                  <a:schemeClr val="tx1">
                    <a:tint val="75000"/>
                  </a:schemeClr>
                </a:solidFill>
              </a:defRPr>
            </a:lvl2pPr>
            <a:lvl3pPr marL="593990" indent="0">
              <a:buNone/>
              <a:defRPr sz="1039">
                <a:solidFill>
                  <a:schemeClr val="tx1">
                    <a:tint val="75000"/>
                  </a:schemeClr>
                </a:solidFill>
              </a:defRPr>
            </a:lvl3pPr>
            <a:lvl4pPr marL="890986" indent="0">
              <a:buNone/>
              <a:defRPr sz="909">
                <a:solidFill>
                  <a:schemeClr val="tx1">
                    <a:tint val="75000"/>
                  </a:schemeClr>
                </a:solidFill>
              </a:defRPr>
            </a:lvl4pPr>
            <a:lvl5pPr marL="1187981" indent="0">
              <a:buNone/>
              <a:defRPr sz="909">
                <a:solidFill>
                  <a:schemeClr val="tx1">
                    <a:tint val="75000"/>
                  </a:schemeClr>
                </a:solidFill>
              </a:defRPr>
            </a:lvl5pPr>
            <a:lvl6pPr marL="1484977" indent="0">
              <a:buNone/>
              <a:defRPr sz="909">
                <a:solidFill>
                  <a:schemeClr val="tx1">
                    <a:tint val="75000"/>
                  </a:schemeClr>
                </a:solidFill>
              </a:defRPr>
            </a:lvl6pPr>
            <a:lvl7pPr marL="1781973" indent="0">
              <a:buNone/>
              <a:defRPr sz="909">
                <a:solidFill>
                  <a:schemeClr val="tx1">
                    <a:tint val="75000"/>
                  </a:schemeClr>
                </a:solidFill>
              </a:defRPr>
            </a:lvl7pPr>
            <a:lvl8pPr marL="2078968" indent="0">
              <a:buNone/>
              <a:defRPr sz="909">
                <a:solidFill>
                  <a:schemeClr val="tx1">
                    <a:tint val="75000"/>
                  </a:schemeClr>
                </a:solidFill>
              </a:defRPr>
            </a:lvl8pPr>
            <a:lvl9pPr marL="2375963" indent="0">
              <a:buNone/>
              <a:defRPr sz="909">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4495589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15367" y="1039484"/>
            <a:ext cx="2785740" cy="2940043"/>
          </a:xfrm>
        </p:spPr>
        <p:txBody>
          <a:bodyPr/>
          <a:lstStyle>
            <a:lvl1pPr>
              <a:defRPr sz="1819"/>
            </a:lvl1pPr>
            <a:lvl2pPr>
              <a:defRPr sz="1559"/>
            </a:lvl2pPr>
            <a:lvl3pPr>
              <a:defRPr sz="1299"/>
            </a:lvl3pPr>
            <a:lvl4pPr>
              <a:defRPr sz="1169"/>
            </a:lvl4pPr>
            <a:lvl5pPr>
              <a:defRPr sz="1169"/>
            </a:lvl5pPr>
            <a:lvl6pPr>
              <a:defRPr sz="1169"/>
            </a:lvl6pPr>
            <a:lvl7pPr>
              <a:defRPr sz="1169"/>
            </a:lvl7pPr>
            <a:lvl8pPr>
              <a:defRPr sz="1169"/>
            </a:lvl8pPr>
            <a:lvl9pPr>
              <a:defRPr sz="116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206229" y="1039484"/>
            <a:ext cx="2785740" cy="2940043"/>
          </a:xfrm>
        </p:spPr>
        <p:txBody>
          <a:bodyPr/>
          <a:lstStyle>
            <a:lvl1pPr>
              <a:defRPr sz="1819"/>
            </a:lvl1pPr>
            <a:lvl2pPr>
              <a:defRPr sz="1559"/>
            </a:lvl2pPr>
            <a:lvl3pPr>
              <a:defRPr sz="1299"/>
            </a:lvl3pPr>
            <a:lvl4pPr>
              <a:defRPr sz="1169"/>
            </a:lvl4pPr>
            <a:lvl5pPr>
              <a:defRPr sz="1169"/>
            </a:lvl5pPr>
            <a:lvl6pPr>
              <a:defRPr sz="1169"/>
            </a:lvl6pPr>
            <a:lvl7pPr>
              <a:defRPr sz="1169"/>
            </a:lvl7pPr>
            <a:lvl8pPr>
              <a:defRPr sz="1169"/>
            </a:lvl8pPr>
            <a:lvl9pPr>
              <a:defRPr sz="116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381707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15369" y="997202"/>
            <a:ext cx="2786835" cy="415586"/>
          </a:xfrm>
        </p:spPr>
        <p:txBody>
          <a:bodyPr anchor="b"/>
          <a:lstStyle>
            <a:lvl1pPr marL="0" indent="0">
              <a:buNone/>
              <a:defRPr sz="1559" b="1"/>
            </a:lvl1pPr>
            <a:lvl2pPr marL="296995" indent="0">
              <a:buNone/>
              <a:defRPr sz="1299" b="1"/>
            </a:lvl2pPr>
            <a:lvl3pPr marL="593990" indent="0">
              <a:buNone/>
              <a:defRPr sz="1169" b="1"/>
            </a:lvl3pPr>
            <a:lvl4pPr marL="890986" indent="0">
              <a:buNone/>
              <a:defRPr sz="1039" b="1"/>
            </a:lvl4pPr>
            <a:lvl5pPr marL="1187981" indent="0">
              <a:buNone/>
              <a:defRPr sz="1039" b="1"/>
            </a:lvl5pPr>
            <a:lvl6pPr marL="1484977" indent="0">
              <a:buNone/>
              <a:defRPr sz="1039" b="1"/>
            </a:lvl6pPr>
            <a:lvl7pPr marL="1781973" indent="0">
              <a:buNone/>
              <a:defRPr sz="1039" b="1"/>
            </a:lvl7pPr>
            <a:lvl8pPr marL="2078968" indent="0">
              <a:buNone/>
              <a:defRPr sz="1039" b="1"/>
            </a:lvl8pPr>
            <a:lvl9pPr marL="2375963" indent="0">
              <a:buNone/>
              <a:defRPr sz="1039" b="1"/>
            </a:lvl9pPr>
          </a:lstStyle>
          <a:p>
            <a:pPr lvl="0"/>
            <a:r>
              <a:rPr lang="en-US"/>
              <a:t>Click to edit Master text styles</a:t>
            </a:r>
          </a:p>
        </p:txBody>
      </p:sp>
      <p:sp>
        <p:nvSpPr>
          <p:cNvPr id="4" name="Content Placeholder 3"/>
          <p:cNvSpPr>
            <a:spLocks noGrp="1"/>
          </p:cNvSpPr>
          <p:nvPr>
            <p:ph sz="half" idx="2"/>
          </p:nvPr>
        </p:nvSpPr>
        <p:spPr>
          <a:xfrm>
            <a:off x="315369" y="1412790"/>
            <a:ext cx="2786835" cy="2566737"/>
          </a:xfrm>
        </p:spPr>
        <p:txBody>
          <a:bodyPr/>
          <a:lstStyle>
            <a:lvl1pPr>
              <a:defRPr sz="1559"/>
            </a:lvl1pPr>
            <a:lvl2pPr>
              <a:defRPr sz="1299"/>
            </a:lvl2pPr>
            <a:lvl3pPr>
              <a:defRPr sz="1169"/>
            </a:lvl3pPr>
            <a:lvl4pPr>
              <a:defRPr sz="1039"/>
            </a:lvl4pPr>
            <a:lvl5pPr>
              <a:defRPr sz="1039"/>
            </a:lvl5pPr>
            <a:lvl6pPr>
              <a:defRPr sz="1039"/>
            </a:lvl6pPr>
            <a:lvl7pPr>
              <a:defRPr sz="1039"/>
            </a:lvl7pPr>
            <a:lvl8pPr>
              <a:defRPr sz="1039"/>
            </a:lvl8pPr>
            <a:lvl9pPr>
              <a:defRPr sz="103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204040" y="997202"/>
            <a:ext cx="2787930" cy="415586"/>
          </a:xfrm>
        </p:spPr>
        <p:txBody>
          <a:bodyPr anchor="b"/>
          <a:lstStyle>
            <a:lvl1pPr marL="0" indent="0">
              <a:buNone/>
              <a:defRPr sz="1559" b="1"/>
            </a:lvl1pPr>
            <a:lvl2pPr marL="296995" indent="0">
              <a:buNone/>
              <a:defRPr sz="1299" b="1"/>
            </a:lvl2pPr>
            <a:lvl3pPr marL="593990" indent="0">
              <a:buNone/>
              <a:defRPr sz="1169" b="1"/>
            </a:lvl3pPr>
            <a:lvl4pPr marL="890986" indent="0">
              <a:buNone/>
              <a:defRPr sz="1039" b="1"/>
            </a:lvl4pPr>
            <a:lvl5pPr marL="1187981" indent="0">
              <a:buNone/>
              <a:defRPr sz="1039" b="1"/>
            </a:lvl5pPr>
            <a:lvl6pPr marL="1484977" indent="0">
              <a:buNone/>
              <a:defRPr sz="1039" b="1"/>
            </a:lvl6pPr>
            <a:lvl7pPr marL="1781973" indent="0">
              <a:buNone/>
              <a:defRPr sz="1039" b="1"/>
            </a:lvl7pPr>
            <a:lvl8pPr marL="2078968" indent="0">
              <a:buNone/>
              <a:defRPr sz="1039" b="1"/>
            </a:lvl8pPr>
            <a:lvl9pPr marL="2375963" indent="0">
              <a:buNone/>
              <a:defRPr sz="1039" b="1"/>
            </a:lvl9pPr>
          </a:lstStyle>
          <a:p>
            <a:pPr lvl="0"/>
            <a:r>
              <a:rPr lang="en-US"/>
              <a:t>Click to edit Master text styles</a:t>
            </a:r>
          </a:p>
        </p:txBody>
      </p:sp>
      <p:sp>
        <p:nvSpPr>
          <p:cNvPr id="6" name="Content Placeholder 5"/>
          <p:cNvSpPr>
            <a:spLocks noGrp="1"/>
          </p:cNvSpPr>
          <p:nvPr>
            <p:ph sz="quarter" idx="4"/>
          </p:nvPr>
        </p:nvSpPr>
        <p:spPr>
          <a:xfrm>
            <a:off x="3204040" y="1412790"/>
            <a:ext cx="2787930" cy="2566737"/>
          </a:xfrm>
        </p:spPr>
        <p:txBody>
          <a:bodyPr/>
          <a:lstStyle>
            <a:lvl1pPr>
              <a:defRPr sz="1559"/>
            </a:lvl1pPr>
            <a:lvl2pPr>
              <a:defRPr sz="1299"/>
            </a:lvl2pPr>
            <a:lvl3pPr>
              <a:defRPr sz="1169"/>
            </a:lvl3pPr>
            <a:lvl4pPr>
              <a:defRPr sz="1039"/>
            </a:lvl4pPr>
            <a:lvl5pPr>
              <a:defRPr sz="1039"/>
            </a:lvl5pPr>
            <a:lvl6pPr>
              <a:defRPr sz="1039"/>
            </a:lvl6pPr>
            <a:lvl7pPr>
              <a:defRPr sz="1039"/>
            </a:lvl7pPr>
            <a:lvl8pPr>
              <a:defRPr sz="1039"/>
            </a:lvl8pPr>
            <a:lvl9pPr>
              <a:defRPr sz="103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706507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559905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8036099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15367" y="177372"/>
            <a:ext cx="2075070" cy="754862"/>
          </a:xfrm>
        </p:spPr>
        <p:txBody>
          <a:bodyPr anchor="b"/>
          <a:lstStyle>
            <a:lvl1pPr algn="l">
              <a:defRPr sz="1299" b="1"/>
            </a:lvl1pPr>
          </a:lstStyle>
          <a:p>
            <a:r>
              <a:rPr lang="en-US"/>
              <a:t>Click to edit Master title style</a:t>
            </a:r>
          </a:p>
        </p:txBody>
      </p:sp>
      <p:sp>
        <p:nvSpPr>
          <p:cNvPr id="3" name="Content Placeholder 2"/>
          <p:cNvSpPr>
            <a:spLocks noGrp="1"/>
          </p:cNvSpPr>
          <p:nvPr>
            <p:ph idx="1"/>
          </p:nvPr>
        </p:nvSpPr>
        <p:spPr>
          <a:xfrm>
            <a:off x="2465993" y="177372"/>
            <a:ext cx="3525976" cy="3802152"/>
          </a:xfrm>
        </p:spPr>
        <p:txBody>
          <a:bodyPr/>
          <a:lstStyle>
            <a:lvl1pPr>
              <a:defRPr sz="2079"/>
            </a:lvl1pPr>
            <a:lvl2pPr>
              <a:defRPr sz="1819"/>
            </a:lvl2pPr>
            <a:lvl3pPr>
              <a:defRPr sz="1559"/>
            </a:lvl3pPr>
            <a:lvl4pPr>
              <a:defRPr sz="1299"/>
            </a:lvl4pPr>
            <a:lvl5pPr>
              <a:defRPr sz="1299"/>
            </a:lvl5pPr>
            <a:lvl6pPr>
              <a:defRPr sz="1299"/>
            </a:lvl6pPr>
            <a:lvl7pPr>
              <a:defRPr sz="1299"/>
            </a:lvl7pPr>
            <a:lvl8pPr>
              <a:defRPr sz="1299"/>
            </a:lvl8pPr>
            <a:lvl9pPr>
              <a:defRPr sz="129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15367" y="932234"/>
            <a:ext cx="2075070" cy="3047291"/>
          </a:xfrm>
        </p:spPr>
        <p:txBody>
          <a:bodyPr/>
          <a:lstStyle>
            <a:lvl1pPr marL="0" indent="0">
              <a:buNone/>
              <a:defRPr sz="909"/>
            </a:lvl1pPr>
            <a:lvl2pPr marL="296995" indent="0">
              <a:buNone/>
              <a:defRPr sz="780"/>
            </a:lvl2pPr>
            <a:lvl3pPr marL="593990" indent="0">
              <a:buNone/>
              <a:defRPr sz="650"/>
            </a:lvl3pPr>
            <a:lvl4pPr marL="890986" indent="0">
              <a:buNone/>
              <a:defRPr sz="585"/>
            </a:lvl4pPr>
            <a:lvl5pPr marL="1187981" indent="0">
              <a:buNone/>
              <a:defRPr sz="585"/>
            </a:lvl5pPr>
            <a:lvl6pPr marL="1484977" indent="0">
              <a:buNone/>
              <a:defRPr sz="585"/>
            </a:lvl6pPr>
            <a:lvl7pPr marL="1781973" indent="0">
              <a:buNone/>
              <a:defRPr sz="585"/>
            </a:lvl7pPr>
            <a:lvl8pPr marL="2078968" indent="0">
              <a:buNone/>
              <a:defRPr sz="585"/>
            </a:lvl8pPr>
            <a:lvl9pPr marL="2375963" indent="0">
              <a:buNone/>
              <a:defRPr sz="585"/>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1078416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36283" y="3118445"/>
            <a:ext cx="3784402" cy="368150"/>
          </a:xfrm>
        </p:spPr>
        <p:txBody>
          <a:bodyPr anchor="b"/>
          <a:lstStyle>
            <a:lvl1pPr algn="l">
              <a:defRPr sz="1299" b="1"/>
            </a:lvl1pPr>
          </a:lstStyle>
          <a:p>
            <a:r>
              <a:rPr lang="en-US"/>
              <a:t>Click to edit Master title style</a:t>
            </a:r>
          </a:p>
        </p:txBody>
      </p:sp>
      <p:sp>
        <p:nvSpPr>
          <p:cNvPr id="3" name="Picture Placeholder 2"/>
          <p:cNvSpPr>
            <a:spLocks noGrp="1"/>
          </p:cNvSpPr>
          <p:nvPr>
            <p:ph type="pic" idx="1"/>
          </p:nvPr>
        </p:nvSpPr>
        <p:spPr>
          <a:xfrm>
            <a:off x="1236283" y="398056"/>
            <a:ext cx="3784402" cy="2672953"/>
          </a:xfrm>
        </p:spPr>
        <p:txBody>
          <a:bodyPr/>
          <a:lstStyle>
            <a:lvl1pPr marL="0" indent="0">
              <a:buNone/>
              <a:defRPr sz="2079"/>
            </a:lvl1pPr>
            <a:lvl2pPr marL="296995" indent="0">
              <a:buNone/>
              <a:defRPr sz="1819"/>
            </a:lvl2pPr>
            <a:lvl3pPr marL="593990" indent="0">
              <a:buNone/>
              <a:defRPr sz="1559"/>
            </a:lvl3pPr>
            <a:lvl4pPr marL="890986" indent="0">
              <a:buNone/>
              <a:defRPr sz="1299"/>
            </a:lvl4pPr>
            <a:lvl5pPr marL="1187981" indent="0">
              <a:buNone/>
              <a:defRPr sz="1299"/>
            </a:lvl5pPr>
            <a:lvl6pPr marL="1484977" indent="0">
              <a:buNone/>
              <a:defRPr sz="1299"/>
            </a:lvl6pPr>
            <a:lvl7pPr marL="1781973" indent="0">
              <a:buNone/>
              <a:defRPr sz="1299"/>
            </a:lvl7pPr>
            <a:lvl8pPr marL="2078968" indent="0">
              <a:buNone/>
              <a:defRPr sz="1299"/>
            </a:lvl8pPr>
            <a:lvl9pPr marL="2375963" indent="0">
              <a:buNone/>
              <a:defRPr sz="1299"/>
            </a:lvl9pPr>
          </a:lstStyle>
          <a:p>
            <a:endParaRPr lang="en-US"/>
          </a:p>
        </p:txBody>
      </p:sp>
      <p:sp>
        <p:nvSpPr>
          <p:cNvPr id="4" name="Text Placeholder 3"/>
          <p:cNvSpPr>
            <a:spLocks noGrp="1"/>
          </p:cNvSpPr>
          <p:nvPr>
            <p:ph type="body" sz="half" idx="2"/>
          </p:nvPr>
        </p:nvSpPr>
        <p:spPr>
          <a:xfrm>
            <a:off x="1236283" y="3486596"/>
            <a:ext cx="3784402" cy="522834"/>
          </a:xfrm>
        </p:spPr>
        <p:txBody>
          <a:bodyPr/>
          <a:lstStyle>
            <a:lvl1pPr marL="0" indent="0">
              <a:buNone/>
              <a:defRPr sz="909"/>
            </a:lvl1pPr>
            <a:lvl2pPr marL="296995" indent="0">
              <a:buNone/>
              <a:defRPr sz="780"/>
            </a:lvl2pPr>
            <a:lvl3pPr marL="593990" indent="0">
              <a:buNone/>
              <a:defRPr sz="650"/>
            </a:lvl3pPr>
            <a:lvl4pPr marL="890986" indent="0">
              <a:buNone/>
              <a:defRPr sz="585"/>
            </a:lvl4pPr>
            <a:lvl5pPr marL="1187981" indent="0">
              <a:buNone/>
              <a:defRPr sz="585"/>
            </a:lvl5pPr>
            <a:lvl6pPr marL="1484977" indent="0">
              <a:buNone/>
              <a:defRPr sz="585"/>
            </a:lvl6pPr>
            <a:lvl7pPr marL="1781973" indent="0">
              <a:buNone/>
              <a:defRPr sz="585"/>
            </a:lvl7pPr>
            <a:lvl8pPr marL="2078968" indent="0">
              <a:buNone/>
              <a:defRPr sz="585"/>
            </a:lvl8pPr>
            <a:lvl9pPr marL="2375963" indent="0">
              <a:buNone/>
              <a:defRPr sz="585"/>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0648070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6722548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572820" y="178406"/>
            <a:ext cx="1419151" cy="380112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15367" y="178406"/>
            <a:ext cx="4152330" cy="380112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4155215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5.wmf"/><Relationship Id="rId13" Type="http://schemas.openxmlformats.org/officeDocument/2006/relationships/image" Target="../media/image8.png"/><Relationship Id="rId3" Type="http://schemas.openxmlformats.org/officeDocument/2006/relationships/image" Target="../media/image1.png"/><Relationship Id="rId7" Type="http://schemas.openxmlformats.org/officeDocument/2006/relationships/oleObject" Target="../embeddings/oleObject1.bin"/><Relationship Id="rId12" Type="http://schemas.openxmlformats.org/officeDocument/2006/relationships/image" Target="../media/image7.wmf"/><Relationship Id="rId17" Type="http://schemas.openxmlformats.org/officeDocument/2006/relationships/image" Target="../media/image10.jpeg"/><Relationship Id="rId2" Type="http://schemas.openxmlformats.org/officeDocument/2006/relationships/theme" Target="../theme/theme1.xml"/><Relationship Id="rId16" Type="http://schemas.openxmlformats.org/officeDocument/2006/relationships/hyperlink" Target="http://www.facebook.com/pages/PosterPresentationscom/217914411419?v=app_4949752878&amp;ref=ts" TargetMode="Externa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oleObject" Target="../embeddings/oleObject3.bin"/><Relationship Id="rId5" Type="http://schemas.openxmlformats.org/officeDocument/2006/relationships/image" Target="../media/image3.png"/><Relationship Id="rId15" Type="http://schemas.openxmlformats.org/officeDocument/2006/relationships/image" Target="../media/image9.wmf"/><Relationship Id="rId10" Type="http://schemas.openxmlformats.org/officeDocument/2006/relationships/image" Target="../media/image6.wmf"/><Relationship Id="rId4" Type="http://schemas.openxmlformats.org/officeDocument/2006/relationships/image" Target="../media/image2.png"/><Relationship Id="rId9" Type="http://schemas.openxmlformats.org/officeDocument/2006/relationships/oleObject" Target="../embeddings/oleObject2.bin"/><Relationship Id="rId14" Type="http://schemas.openxmlformats.org/officeDocument/2006/relationships/oleObject" Target="../embeddings/oleObject4.bin"/></Relationships>
</file>

<file path=ppt/slideMasters/_rels/slideMaster2.xml.rels><?xml version="1.0" encoding="UTF-8" standalone="yes"?>
<Relationships xmlns="http://schemas.openxmlformats.org/package/2006/relationships"><Relationship Id="rId8" Type="http://schemas.openxmlformats.org/officeDocument/2006/relationships/hyperlink" Target="http://www.facebook.com/pages/PosterPresentationscom/217914411419?v=app_4949752878&amp;ref=ts" TargetMode="External"/><Relationship Id="rId13" Type="http://schemas.openxmlformats.org/officeDocument/2006/relationships/image" Target="../media/image4.png"/><Relationship Id="rId3" Type="http://schemas.openxmlformats.org/officeDocument/2006/relationships/oleObject" Target="../embeddings/oleObject3.bin"/><Relationship Id="rId7" Type="http://schemas.openxmlformats.org/officeDocument/2006/relationships/image" Target="../media/image9.wmf"/><Relationship Id="rId12" Type="http://schemas.openxmlformats.org/officeDocument/2006/relationships/image" Target="../media/image3.png"/><Relationship Id="rId17" Type="http://schemas.openxmlformats.org/officeDocument/2006/relationships/image" Target="../media/image6.wmf"/><Relationship Id="rId2" Type="http://schemas.openxmlformats.org/officeDocument/2006/relationships/theme" Target="../theme/theme2.xml"/><Relationship Id="rId16" Type="http://schemas.openxmlformats.org/officeDocument/2006/relationships/oleObject" Target="../embeddings/oleObject2.bin"/><Relationship Id="rId1" Type="http://schemas.openxmlformats.org/officeDocument/2006/relationships/slideLayout" Target="../slideLayouts/slideLayout2.xml"/><Relationship Id="rId6" Type="http://schemas.openxmlformats.org/officeDocument/2006/relationships/oleObject" Target="../embeddings/oleObject4.bin"/><Relationship Id="rId11" Type="http://schemas.openxmlformats.org/officeDocument/2006/relationships/image" Target="../media/image2.png"/><Relationship Id="rId5" Type="http://schemas.openxmlformats.org/officeDocument/2006/relationships/image" Target="../media/image8.png"/><Relationship Id="rId15" Type="http://schemas.openxmlformats.org/officeDocument/2006/relationships/image" Target="../media/image5.wmf"/><Relationship Id="rId10" Type="http://schemas.openxmlformats.org/officeDocument/2006/relationships/image" Target="../media/image1.png"/><Relationship Id="rId4" Type="http://schemas.openxmlformats.org/officeDocument/2006/relationships/image" Target="../media/image7.wmf"/><Relationship Id="rId9" Type="http://schemas.openxmlformats.org/officeDocument/2006/relationships/image" Target="../media/image10.jpeg"/><Relationship Id="rId14" Type="http://schemas.openxmlformats.org/officeDocument/2006/relationships/oleObject" Target="../embeddings/oleObject1.bin"/></Relationships>
</file>

<file path=ppt/slideMasters/_rels/slideMaster3.xml.rels><?xml version="1.0" encoding="UTF-8" standalone="yes"?>
<Relationships xmlns="http://schemas.openxmlformats.org/package/2006/relationships"><Relationship Id="rId8" Type="http://schemas.openxmlformats.org/officeDocument/2006/relationships/hyperlink" Target="http://www.facebook.com/pages/PosterPresentationscom/217914411419?v=app_4949752878&amp;ref=ts" TargetMode="External"/><Relationship Id="rId13" Type="http://schemas.openxmlformats.org/officeDocument/2006/relationships/image" Target="../media/image4.png"/><Relationship Id="rId3" Type="http://schemas.openxmlformats.org/officeDocument/2006/relationships/oleObject" Target="../embeddings/oleObject3.bin"/><Relationship Id="rId7" Type="http://schemas.openxmlformats.org/officeDocument/2006/relationships/image" Target="../media/image9.wmf"/><Relationship Id="rId12" Type="http://schemas.openxmlformats.org/officeDocument/2006/relationships/image" Target="../media/image3.png"/><Relationship Id="rId17" Type="http://schemas.openxmlformats.org/officeDocument/2006/relationships/image" Target="../media/image6.wmf"/><Relationship Id="rId2" Type="http://schemas.openxmlformats.org/officeDocument/2006/relationships/theme" Target="../theme/theme3.xml"/><Relationship Id="rId16" Type="http://schemas.openxmlformats.org/officeDocument/2006/relationships/oleObject" Target="../embeddings/oleObject2.bin"/><Relationship Id="rId1" Type="http://schemas.openxmlformats.org/officeDocument/2006/relationships/slideLayout" Target="../slideLayouts/slideLayout3.xml"/><Relationship Id="rId6" Type="http://schemas.openxmlformats.org/officeDocument/2006/relationships/oleObject" Target="../embeddings/oleObject4.bin"/><Relationship Id="rId11" Type="http://schemas.openxmlformats.org/officeDocument/2006/relationships/image" Target="../media/image2.png"/><Relationship Id="rId5" Type="http://schemas.openxmlformats.org/officeDocument/2006/relationships/image" Target="../media/image8.png"/><Relationship Id="rId15" Type="http://schemas.openxmlformats.org/officeDocument/2006/relationships/image" Target="../media/image5.wmf"/><Relationship Id="rId10" Type="http://schemas.openxmlformats.org/officeDocument/2006/relationships/image" Target="../media/image1.png"/><Relationship Id="rId4" Type="http://schemas.openxmlformats.org/officeDocument/2006/relationships/image" Target="../media/image7.wmf"/><Relationship Id="rId9" Type="http://schemas.openxmlformats.org/officeDocument/2006/relationships/image" Target="../media/image10.jpeg"/><Relationship Id="rId14" Type="http://schemas.openxmlformats.org/officeDocument/2006/relationships/oleObject" Target="../embeddings/oleObject1.bin"/></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11.xml"/><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theme" Target="../theme/theme4.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accent5">
                <a:lumMod val="50000"/>
              </a:schemeClr>
            </a:gs>
            <a:gs pos="34000">
              <a:schemeClr val="tx2">
                <a:lumMod val="40000"/>
                <a:lumOff val="60000"/>
              </a:schemeClr>
            </a:gs>
            <a:gs pos="100000">
              <a:schemeClr val="accent5">
                <a:lumMod val="20000"/>
                <a:lumOff val="80000"/>
              </a:schemeClr>
            </a:gs>
          </a:gsLst>
          <a:lin ang="16200000" scaled="1"/>
          <a:tileRect/>
        </a:gradFill>
        <a:effectLst/>
      </p:bgPr>
    </p:bg>
    <p:spTree>
      <p:nvGrpSpPr>
        <p:cNvPr id="1" name=""/>
        <p:cNvGrpSpPr/>
        <p:nvPr/>
      </p:nvGrpSpPr>
      <p:grpSpPr>
        <a:xfrm>
          <a:off x="0" y="0"/>
          <a:ext cx="0" cy="0"/>
          <a:chOff x="0" y="0"/>
          <a:chExt cx="0" cy="0"/>
        </a:xfrm>
      </p:grpSpPr>
      <p:sp>
        <p:nvSpPr>
          <p:cNvPr id="7" name="Rectangle 36"/>
          <p:cNvSpPr>
            <a:spLocks noChangeArrowheads="1"/>
          </p:cNvSpPr>
          <p:nvPr/>
        </p:nvSpPr>
        <p:spPr bwMode="auto">
          <a:xfrm>
            <a:off x="1" y="0"/>
            <a:ext cx="30275213" cy="3118445"/>
          </a:xfrm>
          <a:prstGeom prst="rect">
            <a:avLst/>
          </a:prstGeom>
          <a:solidFill>
            <a:schemeClr val="accent5">
              <a:lumMod val="75000"/>
            </a:schemeClr>
          </a:solidFill>
          <a:ln w="9525">
            <a:solidFill>
              <a:schemeClr val="tx1"/>
            </a:solidFill>
            <a:miter lim="800000"/>
            <a:headEnd/>
            <a:tailEnd/>
          </a:ln>
          <a:effectLst/>
        </p:spPr>
        <p:txBody>
          <a:bodyPr wrap="none" lIns="44547" tIns="22273" rIns="44547" bIns="22273" anchor="ctr"/>
          <a:lstStyle/>
          <a:p>
            <a:pPr>
              <a:defRPr/>
            </a:pPr>
            <a:endParaRPr lang="en-US" sz="2818" dirty="0"/>
          </a:p>
        </p:txBody>
      </p:sp>
      <p:sp>
        <p:nvSpPr>
          <p:cNvPr id="9" name="Rectangle 9"/>
          <p:cNvSpPr>
            <a:spLocks noChangeArrowheads="1"/>
          </p:cNvSpPr>
          <p:nvPr/>
        </p:nvSpPr>
        <p:spPr bwMode="auto">
          <a:xfrm>
            <a:off x="1" y="3118446"/>
            <a:ext cx="30275213" cy="29699"/>
          </a:xfrm>
          <a:prstGeom prst="rect">
            <a:avLst/>
          </a:prstGeom>
          <a:solidFill>
            <a:schemeClr val="accent5">
              <a:lumMod val="50000"/>
            </a:schemeClr>
          </a:solidFill>
          <a:ln w="152400">
            <a:solidFill>
              <a:schemeClr val="accent5">
                <a:lumMod val="50000"/>
              </a:schemeClr>
            </a:solidFill>
            <a:miter lim="800000"/>
            <a:headEnd/>
            <a:tailEnd/>
          </a:ln>
          <a:effectLst/>
        </p:spPr>
        <p:txBody>
          <a:bodyPr wrap="none" lIns="44547" tIns="22273" rIns="44547" bIns="22273" anchor="ctr"/>
          <a:lstStyle/>
          <a:p>
            <a:pPr>
              <a:defRPr/>
            </a:pPr>
            <a:endParaRPr lang="en-US" sz="2818" dirty="0"/>
          </a:p>
        </p:txBody>
      </p:sp>
      <p:sp>
        <p:nvSpPr>
          <p:cNvPr id="10" name="Text Box 14"/>
          <p:cNvSpPr txBox="1">
            <a:spLocks noChangeArrowheads="1"/>
          </p:cNvSpPr>
          <p:nvPr/>
        </p:nvSpPr>
        <p:spPr bwMode="auto">
          <a:xfrm>
            <a:off x="1081094" y="20992133"/>
            <a:ext cx="1734518" cy="166396"/>
          </a:xfrm>
          <a:prstGeom prst="rect">
            <a:avLst/>
          </a:prstGeom>
          <a:noFill/>
          <a:ln w="9525">
            <a:noFill/>
            <a:miter lim="800000"/>
            <a:headEnd/>
            <a:tailEnd/>
          </a:ln>
          <a:effectLst/>
        </p:spPr>
        <p:txBody>
          <a:bodyPr lIns="44463" tIns="22227" rIns="44463" bIns="22227">
            <a:spAutoFit/>
          </a:bodyPr>
          <a:lstStyle/>
          <a:p>
            <a:pPr eaLnBrk="0" hangingPunct="0">
              <a:lnSpc>
                <a:spcPct val="65000"/>
              </a:lnSpc>
              <a:spcBef>
                <a:spcPct val="50000"/>
              </a:spcBef>
              <a:defRPr/>
            </a:pPr>
            <a:r>
              <a:rPr lang="en-US" sz="244" b="1" dirty="0">
                <a:solidFill>
                  <a:schemeClr val="bg1">
                    <a:lumMod val="75000"/>
                  </a:schemeClr>
                </a:solidFill>
                <a:latin typeface="Arial" charset="0"/>
              </a:rPr>
              <a:t>RESEARCH POSTER PRESENTATION DESIGN © 2015</a:t>
            </a:r>
          </a:p>
          <a:p>
            <a:pPr eaLnBrk="0" hangingPunct="0">
              <a:lnSpc>
                <a:spcPct val="65000"/>
              </a:lnSpc>
              <a:spcBef>
                <a:spcPct val="50000"/>
              </a:spcBef>
              <a:defRPr/>
            </a:pPr>
            <a:r>
              <a:rPr lang="en-US" sz="536" b="1" dirty="0">
                <a:solidFill>
                  <a:schemeClr val="bg1">
                    <a:lumMod val="75000"/>
                  </a:schemeClr>
                </a:solidFill>
                <a:latin typeface="Arial" charset="0"/>
              </a:rPr>
              <a:t>www.PosterPresentations.com</a:t>
            </a:r>
          </a:p>
        </p:txBody>
      </p:sp>
      <p:sp>
        <p:nvSpPr>
          <p:cNvPr id="2" name="Rounded Rectangle 1"/>
          <p:cNvSpPr/>
          <p:nvPr userDrawn="1"/>
        </p:nvSpPr>
        <p:spPr>
          <a:xfrm>
            <a:off x="329593" y="3556626"/>
            <a:ext cx="6938070" cy="17368008"/>
          </a:xfrm>
          <a:prstGeom prst="roundRect">
            <a:avLst>
              <a:gd name="adj" fmla="val 4178"/>
            </a:avLst>
          </a:prstGeom>
          <a:gradFill>
            <a:gsLst>
              <a:gs pos="0">
                <a:srgbClr val="CDD2DE"/>
              </a:gs>
              <a:gs pos="0">
                <a:srgbClr val="CDD2DE"/>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18"/>
          </a:p>
        </p:txBody>
      </p:sp>
      <p:sp>
        <p:nvSpPr>
          <p:cNvPr id="23" name="Rounded Rectangle 22"/>
          <p:cNvSpPr/>
          <p:nvPr userDrawn="1"/>
        </p:nvSpPr>
        <p:spPr>
          <a:xfrm>
            <a:off x="7890737" y="3556626"/>
            <a:ext cx="6938070" cy="17368008"/>
          </a:xfrm>
          <a:prstGeom prst="roundRect">
            <a:avLst>
              <a:gd name="adj" fmla="val 4494"/>
            </a:avLst>
          </a:prstGeom>
          <a:gradFill>
            <a:gsLst>
              <a:gs pos="0">
                <a:srgbClr val="CDD2DE"/>
              </a:gs>
              <a:gs pos="0">
                <a:srgbClr val="CDD2DE"/>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18"/>
          </a:p>
        </p:txBody>
      </p:sp>
      <p:sp>
        <p:nvSpPr>
          <p:cNvPr id="24" name="Rounded Rectangle 23"/>
          <p:cNvSpPr/>
          <p:nvPr userDrawn="1"/>
        </p:nvSpPr>
        <p:spPr>
          <a:xfrm>
            <a:off x="15451882" y="3556626"/>
            <a:ext cx="6938070" cy="17368008"/>
          </a:xfrm>
          <a:prstGeom prst="roundRect">
            <a:avLst>
              <a:gd name="adj" fmla="val 4810"/>
            </a:avLst>
          </a:prstGeom>
          <a:gradFill>
            <a:gsLst>
              <a:gs pos="0">
                <a:srgbClr val="CDD2DE"/>
              </a:gs>
              <a:gs pos="0">
                <a:srgbClr val="CDD2DE"/>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18"/>
          </a:p>
        </p:txBody>
      </p:sp>
      <p:sp>
        <p:nvSpPr>
          <p:cNvPr id="26" name="Rounded Rectangle 25"/>
          <p:cNvSpPr/>
          <p:nvPr userDrawn="1"/>
        </p:nvSpPr>
        <p:spPr>
          <a:xfrm>
            <a:off x="23013025" y="3556626"/>
            <a:ext cx="6938070" cy="17368008"/>
          </a:xfrm>
          <a:prstGeom prst="roundRect">
            <a:avLst>
              <a:gd name="adj" fmla="val 3863"/>
            </a:avLst>
          </a:prstGeom>
          <a:gradFill>
            <a:gsLst>
              <a:gs pos="0">
                <a:srgbClr val="CDD2DE"/>
              </a:gs>
              <a:gs pos="0">
                <a:srgbClr val="CDD2DE"/>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18"/>
          </a:p>
        </p:txBody>
      </p:sp>
      <p:grpSp>
        <p:nvGrpSpPr>
          <p:cNvPr id="30" name="Group 29"/>
          <p:cNvGrpSpPr/>
          <p:nvPr userDrawn="1"/>
        </p:nvGrpSpPr>
        <p:grpSpPr>
          <a:xfrm>
            <a:off x="-7742895" y="-1"/>
            <a:ext cx="7600578" cy="21383626"/>
            <a:chOff x="-11225189" y="-1"/>
            <a:chExt cx="11018865" cy="32918401"/>
          </a:xfrm>
        </p:grpSpPr>
        <p:sp>
          <p:nvSpPr>
            <p:cNvPr id="31" name="Rectangle 30"/>
            <p:cNvSpPr/>
            <p:nvPr/>
          </p:nvSpPr>
          <p:spPr>
            <a:xfrm>
              <a:off x="-11216136" y="-1"/>
              <a:ext cx="11009812" cy="32918401"/>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tIns="457200" rIns="457200" bIns="0" rtlCol="0" anchor="t" anchorCtr="0"/>
            <a:lstStyle/>
            <a:p>
              <a:pPr marL="0" marR="0" indent="0" algn="ctr" defTabSz="739736" rtl="0" eaLnBrk="1" fontAlgn="auto" latinLnBrk="0" hangingPunct="1">
                <a:lnSpc>
                  <a:spcPct val="100000"/>
                </a:lnSpc>
                <a:spcBef>
                  <a:spcPts val="0"/>
                </a:spcBef>
                <a:spcAft>
                  <a:spcPts val="0"/>
                </a:spcAft>
                <a:buClrTx/>
                <a:buSzTx/>
                <a:buFontTx/>
                <a:buNone/>
                <a:tabLst/>
                <a:defRPr/>
              </a:pPr>
              <a:r>
                <a:rPr lang="en-US" sz="1559" b="1" spc="0" dirty="0">
                  <a:solidFill>
                    <a:srgbClr val="FF0000"/>
                  </a:solidFill>
                  <a:latin typeface="Trebuchet MS" pitchFamily="34" charset="0"/>
                </a:rPr>
                <a:t>(—THIS SIDEBAR DOES NOT PRINT—)</a:t>
              </a:r>
              <a:endParaRPr lang="en-US" sz="1559" b="1" spc="292" dirty="0">
                <a:solidFill>
                  <a:schemeClr val="bg1"/>
                </a:solidFill>
                <a:latin typeface="Trebuchet MS" pitchFamily="34" charset="0"/>
              </a:endParaRPr>
            </a:p>
            <a:p>
              <a:pPr algn="ctr"/>
              <a:r>
                <a:rPr lang="en-US" sz="1949" b="1" spc="292" dirty="0">
                  <a:solidFill>
                    <a:schemeClr val="bg1"/>
                  </a:solidFill>
                  <a:latin typeface="Trebuchet MS" pitchFamily="34" charset="0"/>
                </a:rPr>
                <a:t>DESIGN</a:t>
              </a:r>
              <a:r>
                <a:rPr lang="en-US" sz="1949" b="1" spc="292" baseline="0" dirty="0">
                  <a:solidFill>
                    <a:schemeClr val="bg1"/>
                  </a:solidFill>
                  <a:latin typeface="Trebuchet MS" pitchFamily="34" charset="0"/>
                </a:rPr>
                <a:t> </a:t>
              </a:r>
              <a:r>
                <a:rPr lang="en-US" sz="1949" b="1" spc="292" dirty="0">
                  <a:solidFill>
                    <a:schemeClr val="bg1"/>
                  </a:solidFill>
                  <a:latin typeface="Trebuchet MS" pitchFamily="34" charset="0"/>
                </a:rPr>
                <a:t>GUIDE</a:t>
              </a:r>
            </a:p>
            <a:p>
              <a:pPr algn="ctr"/>
              <a:endParaRPr lang="en-US" sz="1364" b="1" dirty="0">
                <a:latin typeface="Trebuchet MS" pitchFamily="34" charset="0"/>
              </a:endParaRPr>
            </a:p>
            <a:p>
              <a:pPr defTabSz="1834619"/>
              <a:r>
                <a:rPr lang="en-US" sz="1364" i="0" dirty="0">
                  <a:latin typeface="Trebuchet MS" pitchFamily="34" charset="0"/>
                </a:rPr>
                <a:t>This PowerPoint</a:t>
              </a:r>
              <a:r>
                <a:rPr lang="en-US" sz="1364" i="0" baseline="0" dirty="0">
                  <a:latin typeface="Trebuchet MS" pitchFamily="34" charset="0"/>
                </a:rPr>
                <a:t> </a:t>
              </a:r>
              <a:r>
                <a:rPr lang="en-US" sz="1364" i="0" dirty="0">
                  <a:latin typeface="Trebuchet MS" pitchFamily="34" charset="0"/>
                </a:rPr>
                <a:t>2007 template produces</a:t>
              </a:r>
              <a:r>
                <a:rPr lang="en-US" sz="1364" i="0" baseline="0" dirty="0">
                  <a:latin typeface="Trebuchet MS" pitchFamily="34" charset="0"/>
                </a:rPr>
                <a:t> </a:t>
              </a:r>
              <a:r>
                <a:rPr lang="en-US" sz="1364" i="0" dirty="0">
                  <a:latin typeface="Trebuchet MS" pitchFamily="34" charset="0"/>
                </a:rPr>
                <a:t>a 36”x48” presentation poster. </a:t>
              </a:r>
              <a:r>
                <a:rPr lang="en-US" sz="1364" dirty="0">
                  <a:latin typeface="Trebuchet MS" pitchFamily="34" charset="0"/>
                </a:rPr>
                <a:t>You</a:t>
              </a:r>
              <a:r>
                <a:rPr lang="en-US" sz="1364" baseline="0" dirty="0">
                  <a:latin typeface="Trebuchet MS" pitchFamily="34" charset="0"/>
                </a:rPr>
                <a:t> can u</a:t>
              </a:r>
              <a:r>
                <a:rPr lang="en-US" sz="1364" dirty="0">
                  <a:latin typeface="Trebuchet MS" pitchFamily="34" charset="0"/>
                </a:rPr>
                <a:t>se</a:t>
              </a:r>
              <a:r>
                <a:rPr lang="en-US" sz="1364" baseline="0" dirty="0">
                  <a:latin typeface="Trebuchet MS" pitchFamily="34" charset="0"/>
                </a:rPr>
                <a:t> it to create your research poster and </a:t>
              </a:r>
              <a:r>
                <a:rPr lang="en-US" sz="1364" dirty="0">
                  <a:latin typeface="Trebuchet MS" pitchFamily="34" charset="0"/>
                </a:rPr>
                <a:t>save valuable time placing titles, subtitles,</a:t>
              </a:r>
              <a:r>
                <a:rPr lang="en-US" sz="1364" baseline="0" dirty="0">
                  <a:latin typeface="Trebuchet MS" pitchFamily="34" charset="0"/>
                </a:rPr>
                <a:t> text, and graphics</a:t>
              </a:r>
              <a:r>
                <a:rPr lang="en-US" sz="1364" dirty="0">
                  <a:latin typeface="Trebuchet MS" pitchFamily="34" charset="0"/>
                </a:rPr>
                <a:t>. </a:t>
              </a:r>
            </a:p>
            <a:p>
              <a:pPr defTabSz="1834619"/>
              <a:endParaRPr lang="en-US" sz="1364" dirty="0">
                <a:latin typeface="Trebuchet MS" pitchFamily="34" charset="0"/>
              </a:endParaRPr>
            </a:p>
            <a:p>
              <a:pPr defTabSz="2138427"/>
              <a:r>
                <a:rPr lang="en-US" sz="1364" dirty="0">
                  <a:latin typeface="Trebuchet MS" pitchFamily="34" charset="0"/>
                </a:rPr>
                <a:t>We provide a series of online tutorials that will guide you through the poster design process and answer your poster production questions. To view our template tutorials, go online to </a:t>
              </a:r>
              <a:r>
                <a:rPr lang="en-US" sz="1364" b="1" dirty="0">
                  <a:solidFill>
                    <a:srgbClr val="FFC000"/>
                  </a:solidFill>
                  <a:latin typeface="Trebuchet MS" pitchFamily="34" charset="0"/>
                </a:rPr>
                <a:t>PosterPresentations.com</a:t>
              </a:r>
              <a:r>
                <a:rPr lang="en-US" sz="1364" b="1" dirty="0">
                  <a:solidFill>
                    <a:schemeClr val="bg1"/>
                  </a:solidFill>
                  <a:latin typeface="Trebuchet MS" pitchFamily="34" charset="0"/>
                </a:rPr>
                <a:t> </a:t>
              </a:r>
              <a:r>
                <a:rPr lang="en-US" sz="1364" dirty="0">
                  <a:solidFill>
                    <a:schemeClr val="bg1"/>
                  </a:solidFill>
                  <a:latin typeface="Trebuchet MS" pitchFamily="34" charset="0"/>
                </a:rPr>
                <a:t>and click on HELP DESK.</a:t>
              </a:r>
            </a:p>
            <a:p>
              <a:pPr defTabSz="2138427"/>
              <a:endParaRPr lang="en-US" sz="1364" dirty="0">
                <a:latin typeface="Trebuchet MS" pitchFamily="34" charset="0"/>
              </a:endParaRPr>
            </a:p>
            <a:p>
              <a:pPr defTabSz="2138427"/>
              <a:r>
                <a:rPr lang="en-US" sz="1364" dirty="0">
                  <a:solidFill>
                    <a:schemeClr val="bg1"/>
                  </a:solidFill>
                  <a:latin typeface="Trebuchet MS" pitchFamily="34" charset="0"/>
                </a:rPr>
                <a:t>When</a:t>
              </a:r>
              <a:r>
                <a:rPr lang="en-US" sz="1364" baseline="0" dirty="0">
                  <a:solidFill>
                    <a:schemeClr val="bg1"/>
                  </a:solidFill>
                  <a:latin typeface="Trebuchet MS" pitchFamily="34" charset="0"/>
                </a:rPr>
                <a:t> you are ready to print your poster</a:t>
              </a:r>
              <a:r>
                <a:rPr lang="en-US" sz="1364" dirty="0">
                  <a:solidFill>
                    <a:schemeClr val="bg1"/>
                  </a:solidFill>
                  <a:latin typeface="Trebuchet MS" pitchFamily="34" charset="0"/>
                </a:rPr>
                <a:t>,</a:t>
              </a:r>
              <a:r>
                <a:rPr lang="en-US" sz="1364" baseline="0" dirty="0">
                  <a:solidFill>
                    <a:schemeClr val="bg1"/>
                  </a:solidFill>
                  <a:latin typeface="Trebuchet MS" pitchFamily="34" charset="0"/>
                </a:rPr>
                <a:t> go online to </a:t>
              </a:r>
              <a:r>
                <a:rPr lang="en-US" sz="1364" b="0" dirty="0">
                  <a:solidFill>
                    <a:schemeClr val="bg1"/>
                  </a:solidFill>
                  <a:latin typeface="Trebuchet MS" pitchFamily="34" charset="0"/>
                </a:rPr>
                <a:t>PosterPresentations.com</a:t>
              </a:r>
              <a:br>
                <a:rPr lang="en-US" sz="1364" dirty="0">
                  <a:solidFill>
                    <a:schemeClr val="bg1"/>
                  </a:solidFill>
                  <a:latin typeface="Trebuchet MS" pitchFamily="34" charset="0"/>
                </a:rPr>
              </a:br>
              <a:endParaRPr lang="en-US" sz="1364" dirty="0">
                <a:solidFill>
                  <a:schemeClr val="bg1"/>
                </a:solidFill>
                <a:latin typeface="Trebuchet MS" pitchFamily="34" charset="0"/>
              </a:endParaRPr>
            </a:p>
            <a:p>
              <a:pPr algn="l" defTabSz="1834619"/>
              <a:r>
                <a:rPr lang="en-US" sz="1364" b="0" dirty="0">
                  <a:solidFill>
                    <a:schemeClr val="bg1"/>
                  </a:solidFill>
                  <a:latin typeface="Trebuchet MS" pitchFamily="34" charset="0"/>
                </a:rPr>
                <a:t>Need</a:t>
              </a:r>
              <a:r>
                <a:rPr lang="en-US" sz="1364" b="0" baseline="0" dirty="0">
                  <a:solidFill>
                    <a:schemeClr val="bg1"/>
                  </a:solidFill>
                  <a:latin typeface="Trebuchet MS" pitchFamily="34" charset="0"/>
                </a:rPr>
                <a:t> assistance? Call us at </a:t>
              </a:r>
              <a:r>
                <a:rPr lang="en-US" sz="1364" b="0" dirty="0">
                  <a:solidFill>
                    <a:srgbClr val="FFC000"/>
                  </a:solidFill>
                  <a:latin typeface="Trebuchet MS" pitchFamily="34" charset="0"/>
                </a:rPr>
                <a:t>1.510.649.3001</a:t>
              </a:r>
            </a:p>
            <a:p>
              <a:pPr algn="l" defTabSz="1834619"/>
              <a:endParaRPr lang="en-US" sz="1754" b="1" dirty="0">
                <a:solidFill>
                  <a:srgbClr val="FFFF00"/>
                </a:solidFill>
                <a:latin typeface="Trebuchet MS" pitchFamily="34" charset="0"/>
              </a:endParaRPr>
            </a:p>
            <a:p>
              <a:pPr algn="ctr"/>
              <a:endParaRPr lang="en-US" sz="1169" b="1" dirty="0">
                <a:solidFill>
                  <a:schemeClr val="bg1"/>
                </a:solidFill>
                <a:latin typeface="Trebuchet MS" pitchFamily="34" charset="0"/>
              </a:endParaRPr>
            </a:p>
            <a:p>
              <a:pPr algn="ctr"/>
              <a:r>
                <a:rPr lang="en-US" sz="1949" b="1" spc="292" dirty="0">
                  <a:solidFill>
                    <a:schemeClr val="bg1"/>
                  </a:solidFill>
                  <a:latin typeface="Trebuchet MS" pitchFamily="34" charset="0"/>
                </a:rPr>
                <a:t>QUICK START</a:t>
              </a:r>
            </a:p>
            <a:p>
              <a:pPr algn="ctr"/>
              <a:endParaRPr lang="en-US" sz="1559" b="1" baseline="0" dirty="0">
                <a:solidFill>
                  <a:schemeClr val="bg1"/>
                </a:solidFill>
                <a:latin typeface="Trebuchet MS" pitchFamily="34" charset="0"/>
              </a:endParaRPr>
            </a:p>
            <a:p>
              <a:pPr algn="ctr"/>
              <a:r>
                <a:rPr lang="en-US" sz="1559" b="1" baseline="0" dirty="0">
                  <a:solidFill>
                    <a:srgbClr val="FFC000"/>
                  </a:solidFill>
                  <a:latin typeface="Trebuchet MS" pitchFamily="34" charset="0"/>
                </a:rPr>
                <a:t>Zoom in and out</a:t>
              </a:r>
            </a:p>
            <a:p>
              <a:pPr marL="921929" indent="-921929" algn="l" defTabSz="414558"/>
              <a:r>
                <a:rPr lang="en-US" sz="1169" b="0" baseline="0" dirty="0">
                  <a:solidFill>
                    <a:schemeClr val="bg1"/>
                  </a:solidFill>
                  <a:latin typeface="Trebuchet MS" pitchFamily="34" charset="0"/>
                </a:rPr>
                <a:t>	</a:t>
              </a:r>
              <a:r>
                <a:rPr lang="en-US" sz="1169" b="0" baseline="0" dirty="0">
                  <a:solidFill>
                    <a:schemeClr val="bg1">
                      <a:lumMod val="75000"/>
                    </a:schemeClr>
                  </a:solidFill>
                  <a:latin typeface="Trebuchet MS" pitchFamily="34" charset="0"/>
                </a:rPr>
                <a:t>As you work on your poster zoom in and out to the level that is more comfortable to you. </a:t>
              </a:r>
            </a:p>
            <a:p>
              <a:pPr marL="921929" indent="-921929" algn="l" defTabSz="414558"/>
              <a:r>
                <a:rPr lang="en-US" sz="1169" b="1" baseline="0" dirty="0">
                  <a:solidFill>
                    <a:schemeClr val="bg1">
                      <a:lumMod val="75000"/>
                    </a:schemeClr>
                  </a:solidFill>
                  <a:latin typeface="Trebuchet MS" pitchFamily="34" charset="0"/>
                </a:rPr>
                <a:t>	</a:t>
              </a:r>
              <a:r>
                <a:rPr lang="en-US" sz="1169" b="0" baseline="0" dirty="0">
                  <a:solidFill>
                    <a:schemeClr val="bg1">
                      <a:lumMod val="75000"/>
                    </a:schemeClr>
                  </a:solidFill>
                  <a:latin typeface="Trebuchet MS" pitchFamily="34" charset="0"/>
                </a:rPr>
                <a:t>Go to VIEW &gt; ZOOM.</a:t>
              </a:r>
            </a:p>
            <a:p>
              <a:pPr algn="l"/>
              <a:endParaRPr lang="en-US" sz="1364" b="0" baseline="0" dirty="0">
                <a:solidFill>
                  <a:schemeClr val="bg1"/>
                </a:solidFill>
                <a:latin typeface="Trebuchet MS" pitchFamily="34" charset="0"/>
              </a:endParaRPr>
            </a:p>
            <a:p>
              <a:pPr algn="ctr"/>
              <a:r>
                <a:rPr lang="en-US" sz="1559" b="1" baseline="0" dirty="0">
                  <a:solidFill>
                    <a:srgbClr val="FFC000"/>
                  </a:solidFill>
                  <a:latin typeface="Trebuchet MS" pitchFamily="34" charset="0"/>
                </a:rPr>
                <a:t>Title, Authors, and Affiliations</a:t>
              </a:r>
            </a:p>
            <a:p>
              <a:pPr algn="l"/>
              <a:r>
                <a:rPr lang="en-US" sz="1169" b="0" baseline="0" dirty="0">
                  <a:solidFill>
                    <a:schemeClr val="bg1">
                      <a:lumMod val="75000"/>
                    </a:schemeClr>
                  </a:solidFill>
                  <a:latin typeface="Trebuchet MS" pitchFamily="34" charset="0"/>
                </a:rPr>
                <a:t>Start designing your poster by adding the title, the names of the authors, and the affiliated institutions. </a:t>
              </a:r>
              <a:r>
                <a:rPr lang="en-US" sz="1169" b="0" spc="0" baseline="0" dirty="0">
                  <a:solidFill>
                    <a:schemeClr val="bg1">
                      <a:lumMod val="75000"/>
                    </a:schemeClr>
                  </a:solidFill>
                  <a:latin typeface="Trebuchet MS" pitchFamily="34" charset="0"/>
                </a:rPr>
                <a:t>You can type or paste text into the provided boxes. The template will automatically adjust the size of your text to fit the title box. You can manually override this feature and change the size of your text. </a:t>
              </a:r>
            </a:p>
            <a:p>
              <a:pPr algn="l"/>
              <a:endParaRPr lang="en-US" sz="1169" b="0" spc="0" baseline="0" dirty="0">
                <a:solidFill>
                  <a:schemeClr val="bg1">
                    <a:lumMod val="75000"/>
                  </a:schemeClr>
                </a:solidFill>
                <a:latin typeface="Trebuchet MS" pitchFamily="34" charset="0"/>
              </a:endParaRPr>
            </a:p>
            <a:p>
              <a:pPr algn="l"/>
              <a:r>
                <a:rPr lang="en-US" sz="1169" b="1" spc="146" baseline="0" dirty="0">
                  <a:solidFill>
                    <a:srgbClr val="FFC000"/>
                  </a:solidFill>
                  <a:latin typeface="Trebuchet MS" pitchFamily="34" charset="0"/>
                </a:rPr>
                <a:t>TIP</a:t>
              </a:r>
              <a:r>
                <a:rPr lang="en-US" sz="1169" b="1" baseline="0" dirty="0">
                  <a:solidFill>
                    <a:srgbClr val="FFC000"/>
                  </a:solidFill>
                  <a:latin typeface="Trebuchet MS" pitchFamily="34" charset="0"/>
                </a:rPr>
                <a:t>: </a:t>
              </a:r>
              <a:r>
                <a:rPr lang="en-US" sz="1169" b="0" baseline="0" dirty="0">
                  <a:solidFill>
                    <a:schemeClr val="bg1">
                      <a:lumMod val="75000"/>
                    </a:schemeClr>
                  </a:solidFill>
                  <a:latin typeface="Trebuchet MS" pitchFamily="34" charset="0"/>
                </a:rPr>
                <a:t>The font size of your title should be bigger than your name(s) and institution name(s).</a:t>
              </a:r>
            </a:p>
            <a:p>
              <a:pPr algn="l"/>
              <a:br>
                <a:rPr lang="en-US" sz="1364" b="1" baseline="0" dirty="0">
                  <a:solidFill>
                    <a:schemeClr val="bg1"/>
                  </a:solidFill>
                  <a:latin typeface="Trebuchet MS" pitchFamily="34" charset="0"/>
                </a:rPr>
              </a:br>
              <a:endParaRPr lang="en-US" sz="1364" b="1" dirty="0">
                <a:solidFill>
                  <a:schemeClr val="bg1"/>
                </a:solidFill>
                <a:latin typeface="Trebuchet MS" pitchFamily="34" charset="0"/>
              </a:endParaRPr>
            </a:p>
            <a:p>
              <a:pPr algn="ctr"/>
              <a:endParaRPr lang="en-US" sz="1364" b="1" dirty="0">
                <a:solidFill>
                  <a:srgbClr val="FFC000"/>
                </a:solidFill>
                <a:latin typeface="Trebuchet MS" pitchFamily="34" charset="0"/>
              </a:endParaRPr>
            </a:p>
            <a:p>
              <a:pPr algn="ctr"/>
              <a:endParaRPr lang="en-US" sz="1364" b="1" dirty="0">
                <a:solidFill>
                  <a:srgbClr val="FFC000"/>
                </a:solidFill>
                <a:latin typeface="Trebuchet MS" pitchFamily="34" charset="0"/>
              </a:endParaRPr>
            </a:p>
            <a:p>
              <a:pPr algn="ctr"/>
              <a:r>
                <a:rPr lang="en-US" sz="1559" b="1" dirty="0">
                  <a:solidFill>
                    <a:srgbClr val="FFC000"/>
                  </a:solidFill>
                  <a:latin typeface="Trebuchet MS" pitchFamily="34" charset="0"/>
                </a:rPr>
                <a:t>Adding Logos</a:t>
              </a:r>
              <a:r>
                <a:rPr lang="en-US" sz="1559" b="1" baseline="0" dirty="0">
                  <a:solidFill>
                    <a:srgbClr val="FFC000"/>
                  </a:solidFill>
                  <a:latin typeface="Trebuchet MS" pitchFamily="34" charset="0"/>
                </a:rPr>
                <a:t> / Seals</a:t>
              </a:r>
            </a:p>
            <a:p>
              <a:pPr algn="l"/>
              <a:r>
                <a:rPr lang="en-US" sz="1169" b="0" baseline="0" dirty="0">
                  <a:solidFill>
                    <a:schemeClr val="bg1">
                      <a:lumMod val="75000"/>
                    </a:schemeClr>
                  </a:solidFill>
                  <a:latin typeface="Trebuchet MS" pitchFamily="34" charset="0"/>
                </a:rPr>
                <a:t>Most often, logos are added on each side of the title. You can insert a logo by dragging and dropping it from your desktop, copy and paste or by going to INSERT &gt; PICTURES. Logos taken from web sites are likely to be low quality when printed. Zoom it at 100% to see what the logo will look like on the final poster and make any necessary adjustments.  </a:t>
              </a:r>
            </a:p>
            <a:p>
              <a:pPr algn="l"/>
              <a:endParaRPr lang="en-US" sz="1169" b="0" spc="146" baseline="0" dirty="0">
                <a:solidFill>
                  <a:schemeClr val="bg1">
                    <a:lumMod val="75000"/>
                  </a:schemeClr>
                </a:solidFill>
                <a:latin typeface="Trebuchet MS" pitchFamily="34" charset="0"/>
              </a:endParaRPr>
            </a:p>
            <a:p>
              <a:pPr algn="l"/>
              <a:r>
                <a:rPr lang="en-US" sz="1169" b="1" spc="146" baseline="0" dirty="0">
                  <a:solidFill>
                    <a:srgbClr val="FFC000"/>
                  </a:solidFill>
                  <a:latin typeface="Trebuchet MS" pitchFamily="34" charset="0"/>
                </a:rPr>
                <a:t>TIP:</a:t>
              </a:r>
              <a:r>
                <a:rPr lang="en-US" sz="1169" b="1" spc="0" baseline="0" dirty="0">
                  <a:solidFill>
                    <a:srgbClr val="FFC000"/>
                  </a:solidFill>
                  <a:latin typeface="Trebuchet MS" pitchFamily="34" charset="0"/>
                </a:rPr>
                <a:t> </a:t>
              </a:r>
              <a:r>
                <a:rPr lang="en-US" sz="1169" b="0" baseline="0" dirty="0">
                  <a:solidFill>
                    <a:schemeClr val="bg1">
                      <a:lumMod val="75000"/>
                    </a:schemeClr>
                  </a:solidFill>
                  <a:latin typeface="Trebuchet MS" pitchFamily="34" charset="0"/>
                </a:rPr>
                <a:t>See if your school’s logo is available on our free poster templates page.</a:t>
              </a:r>
            </a:p>
            <a:p>
              <a:pPr algn="l"/>
              <a:endParaRPr lang="en-US" sz="1169" b="0" baseline="0" dirty="0">
                <a:latin typeface="Trebuchet MS" pitchFamily="34" charset="0"/>
              </a:endParaRPr>
            </a:p>
            <a:p>
              <a:pPr algn="ctr"/>
              <a:r>
                <a:rPr lang="en-US" sz="1559" b="1" baseline="0" dirty="0">
                  <a:solidFill>
                    <a:srgbClr val="FFC000"/>
                  </a:solidFill>
                  <a:latin typeface="Trebuchet MS" pitchFamily="34" charset="0"/>
                </a:rPr>
                <a:t>Photographs / Graphics</a:t>
              </a:r>
            </a:p>
            <a:p>
              <a:pPr algn="l" defTabSz="476433"/>
              <a:r>
                <a:rPr lang="en-US" sz="1169" b="0" baseline="0" dirty="0">
                  <a:solidFill>
                    <a:schemeClr val="bg1">
                      <a:lumMod val="75000"/>
                    </a:schemeClr>
                  </a:solidFill>
                  <a:latin typeface="Trebuchet MS" pitchFamily="34" charset="0"/>
                </a:rPr>
                <a:t>You can add images by dragging and dropping from your desktop, copy and paste, or by going to INSERT &gt; PICTURES. Resize images proportionally by holding down the SHIFT key and dragging one of the corner handles. For a professional-looking poster, do not distort your images by enlarging them </a:t>
              </a:r>
              <a:r>
                <a:rPr lang="en-US" sz="1169" b="0" spc="0" baseline="0" dirty="0">
                  <a:solidFill>
                    <a:schemeClr val="bg1">
                      <a:lumMod val="75000"/>
                    </a:schemeClr>
                  </a:solidFill>
                  <a:latin typeface="Trebuchet MS" pitchFamily="34" charset="0"/>
                </a:rPr>
                <a:t>disproportionally.</a:t>
              </a:r>
            </a:p>
            <a:p>
              <a:pPr algn="l" defTabSz="476433"/>
              <a:endParaRPr lang="en-US" sz="1169" b="0" baseline="0" dirty="0">
                <a:latin typeface="Trebuchet MS" pitchFamily="34" charset="0"/>
              </a:endParaRPr>
            </a:p>
            <a:p>
              <a:pPr algn="ctr"/>
              <a:endParaRPr lang="en-US" sz="1364" b="1" baseline="0" dirty="0">
                <a:solidFill>
                  <a:srgbClr val="FFC000"/>
                </a:solidFill>
                <a:latin typeface="Trebuchet MS" pitchFamily="34" charset="0"/>
              </a:endParaRPr>
            </a:p>
            <a:p>
              <a:pPr algn="ctr"/>
              <a:endParaRPr lang="en-US" sz="1364" b="1" baseline="0" dirty="0">
                <a:solidFill>
                  <a:srgbClr val="FFC000"/>
                </a:solidFill>
                <a:latin typeface="Trebuchet MS" pitchFamily="34" charset="0"/>
              </a:endParaRPr>
            </a:p>
            <a:p>
              <a:pPr algn="ctr"/>
              <a:endParaRPr lang="en-US" sz="1364" b="1" baseline="0" dirty="0">
                <a:solidFill>
                  <a:srgbClr val="FFC000"/>
                </a:solidFill>
                <a:latin typeface="Trebuchet MS" pitchFamily="34" charset="0"/>
              </a:endParaRPr>
            </a:p>
            <a:p>
              <a:pPr algn="ctr"/>
              <a:endParaRPr lang="en-US" sz="1364" b="1" baseline="0" dirty="0">
                <a:solidFill>
                  <a:srgbClr val="FFC000"/>
                </a:solidFill>
                <a:latin typeface="Trebuchet MS" pitchFamily="34" charset="0"/>
              </a:endParaRPr>
            </a:p>
            <a:p>
              <a:pPr algn="ctr"/>
              <a:endParaRPr lang="en-US" sz="1364" b="1" baseline="0" dirty="0">
                <a:solidFill>
                  <a:srgbClr val="FFC000"/>
                </a:solidFill>
                <a:latin typeface="Trebuchet MS" pitchFamily="34" charset="0"/>
              </a:endParaRPr>
            </a:p>
            <a:p>
              <a:pPr algn="ctr"/>
              <a:endParaRPr lang="en-US" sz="1364" b="1" baseline="0" dirty="0">
                <a:solidFill>
                  <a:srgbClr val="FFC000"/>
                </a:solidFill>
                <a:latin typeface="Trebuchet MS" pitchFamily="34" charset="0"/>
              </a:endParaRPr>
            </a:p>
            <a:p>
              <a:pPr algn="ctr"/>
              <a:r>
                <a:rPr lang="en-US" sz="1559" b="1" baseline="0" dirty="0">
                  <a:solidFill>
                    <a:srgbClr val="FFC000"/>
                  </a:solidFill>
                  <a:latin typeface="Trebuchet MS" pitchFamily="34" charset="0"/>
                </a:rPr>
                <a:t>Image Quality Check</a:t>
              </a:r>
            </a:p>
            <a:p>
              <a:pPr lvl="0" algn="l" defTabSz="476433"/>
              <a:r>
                <a:rPr lang="en-US" sz="1169" b="0" baseline="0" dirty="0">
                  <a:solidFill>
                    <a:schemeClr val="bg1">
                      <a:lumMod val="75000"/>
                    </a:schemeClr>
                  </a:solidFill>
                  <a:latin typeface="Trebuchet MS" pitchFamily="34" charset="0"/>
                </a:rPr>
                <a:t>Zoom in and look at your images at 100% magnification. If they look good they will print well. </a:t>
              </a:r>
              <a:endParaRPr lang="en-US" sz="1364" b="0" dirty="0">
                <a:latin typeface="Trebuchet MS" pitchFamily="34" charset="0"/>
              </a:endParaRPr>
            </a:p>
          </p:txBody>
        </p:sp>
        <p:cxnSp>
          <p:nvCxnSpPr>
            <p:cNvPr id="32" name="Straight Connector 31"/>
            <p:cNvCxnSpPr/>
            <p:nvPr/>
          </p:nvCxnSpPr>
          <p:spPr>
            <a:xfrm>
              <a:off x="-11225189" y="8422500"/>
              <a:ext cx="10999746" cy="3341"/>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pic>
          <p:nvPicPr>
            <p:cNvPr id="36" name="Picture 35"/>
            <p:cNvPicPr>
              <a:picLocks noChangeAspect="1"/>
            </p:cNvPicPr>
            <p:nvPr userDrawn="1"/>
          </p:nvPicPr>
          <p:blipFill>
            <a:blip r:embed="rId3"/>
            <a:stretch>
              <a:fillRect/>
            </a:stretch>
          </p:blipFill>
          <p:spPr>
            <a:xfrm>
              <a:off x="-10740740" y="10261718"/>
              <a:ext cx="1597666" cy="1201935"/>
            </a:xfrm>
            <a:prstGeom prst="rect">
              <a:avLst/>
            </a:prstGeom>
          </p:spPr>
        </p:pic>
        <p:pic>
          <p:nvPicPr>
            <p:cNvPr id="37" name="Picture 36"/>
            <p:cNvPicPr>
              <a:picLocks noChangeAspect="1"/>
            </p:cNvPicPr>
            <p:nvPr userDrawn="1"/>
          </p:nvPicPr>
          <p:blipFill>
            <a:blip r:embed="rId4"/>
            <a:stretch>
              <a:fillRect/>
            </a:stretch>
          </p:blipFill>
          <p:spPr>
            <a:xfrm>
              <a:off x="-10732765" y="15696927"/>
              <a:ext cx="9986808" cy="1053596"/>
            </a:xfrm>
            <a:prstGeom prst="rect">
              <a:avLst/>
            </a:prstGeom>
          </p:spPr>
        </p:pic>
        <p:grpSp>
          <p:nvGrpSpPr>
            <p:cNvPr id="38" name="Group 37"/>
            <p:cNvGrpSpPr/>
            <p:nvPr userDrawn="1"/>
          </p:nvGrpSpPr>
          <p:grpSpPr>
            <a:xfrm>
              <a:off x="-9744993" y="23540951"/>
              <a:ext cx="7531182" cy="2308031"/>
              <a:chOff x="-4470427" y="11016658"/>
              <a:chExt cx="3470785" cy="1060408"/>
            </a:xfrm>
          </p:grpSpPr>
          <p:grpSp>
            <p:nvGrpSpPr>
              <p:cNvPr id="46" name="Group 45"/>
              <p:cNvGrpSpPr/>
              <p:nvPr userDrawn="1"/>
            </p:nvGrpSpPr>
            <p:grpSpPr>
              <a:xfrm>
                <a:off x="-2783495" y="11060885"/>
                <a:ext cx="624431" cy="911073"/>
                <a:chOff x="-3958697" y="11117435"/>
                <a:chExt cx="779338" cy="1305562"/>
              </a:xfrm>
            </p:grpSpPr>
            <p:pic>
              <p:nvPicPr>
                <p:cNvPr id="52" name="Picture 51"/>
                <p:cNvPicPr>
                  <a:picLocks noChangeAspect="1"/>
                </p:cNvPicPr>
                <p:nvPr userDrawn="1"/>
              </p:nvPicPr>
              <p:blipFill>
                <a:blip r:embed="rId5"/>
                <a:stretch>
                  <a:fillRect/>
                </a:stretch>
              </p:blipFill>
              <p:spPr>
                <a:xfrm>
                  <a:off x="-3948160" y="11117435"/>
                  <a:ext cx="768801" cy="1090857"/>
                </a:xfrm>
                <a:prstGeom prst="rect">
                  <a:avLst/>
                </a:prstGeom>
              </p:spPr>
            </p:pic>
            <p:sp>
              <p:nvSpPr>
                <p:cNvPr id="53" name="TextBox 52"/>
                <p:cNvSpPr txBox="1"/>
                <p:nvPr userDrawn="1"/>
              </p:nvSpPr>
              <p:spPr>
                <a:xfrm>
                  <a:off x="-3958697" y="12114178"/>
                  <a:ext cx="779337" cy="308819"/>
                </a:xfrm>
                <a:prstGeom prst="rect">
                  <a:avLst/>
                </a:prstGeom>
                <a:solidFill>
                  <a:schemeClr val="accent1"/>
                </a:solidFill>
                <a:ln>
                  <a:noFill/>
                </a:ln>
              </p:spPr>
              <p:txBody>
                <a:bodyPr wrap="square" lIns="91440" tIns="91440" rIns="91440" bIns="91440" rtlCol="0">
                  <a:spAutoFit/>
                </a:bodyPr>
                <a:lstStyle/>
                <a:p>
                  <a:pPr algn="ctr"/>
                  <a:r>
                    <a:rPr lang="en-US" sz="780" b="1" dirty="0">
                      <a:solidFill>
                        <a:schemeClr val="tx1"/>
                      </a:solidFill>
                    </a:rPr>
                    <a:t>ORIGINAL</a:t>
                  </a:r>
                </a:p>
              </p:txBody>
            </p:sp>
          </p:grpSp>
          <p:grpSp>
            <p:nvGrpSpPr>
              <p:cNvPr id="47" name="Group 46"/>
              <p:cNvGrpSpPr/>
              <p:nvPr userDrawn="1"/>
            </p:nvGrpSpPr>
            <p:grpSpPr>
              <a:xfrm>
                <a:off x="-2033159" y="11060891"/>
                <a:ext cx="1033517" cy="914555"/>
                <a:chOff x="-2921738" y="11200127"/>
                <a:chExt cx="1420279" cy="1256798"/>
              </a:xfrm>
            </p:grpSpPr>
            <p:pic>
              <p:nvPicPr>
                <p:cNvPr id="50" name="Picture 49"/>
                <p:cNvPicPr>
                  <a:picLocks noChangeAspect="1"/>
                </p:cNvPicPr>
                <p:nvPr userDrawn="1"/>
              </p:nvPicPr>
              <p:blipFill>
                <a:blip r:embed="rId5"/>
                <a:stretch>
                  <a:fillRect/>
                </a:stretch>
              </p:blipFill>
              <p:spPr>
                <a:xfrm>
                  <a:off x="-2921738" y="11200127"/>
                  <a:ext cx="1420279" cy="1029694"/>
                </a:xfrm>
                <a:prstGeom prst="rect">
                  <a:avLst/>
                </a:prstGeom>
              </p:spPr>
            </p:pic>
            <p:sp>
              <p:nvSpPr>
                <p:cNvPr id="51" name="TextBox 50"/>
                <p:cNvSpPr txBox="1"/>
                <p:nvPr userDrawn="1"/>
              </p:nvSpPr>
              <p:spPr>
                <a:xfrm>
                  <a:off x="-2918991" y="12175418"/>
                  <a:ext cx="1417532" cy="281507"/>
                </a:xfrm>
                <a:prstGeom prst="rect">
                  <a:avLst/>
                </a:prstGeom>
                <a:solidFill>
                  <a:srgbClr val="FF0000"/>
                </a:solidFill>
              </p:spPr>
              <p:txBody>
                <a:bodyPr wrap="square" lIns="457200" tIns="91440" rIns="457200" bIns="91440" rtlCol="0">
                  <a:spAutoFit/>
                </a:bodyPr>
                <a:lstStyle/>
                <a:p>
                  <a:pPr algn="ctr"/>
                  <a:r>
                    <a:rPr lang="en-US" sz="682" b="1" dirty="0">
                      <a:solidFill>
                        <a:schemeClr val="bg1"/>
                      </a:solidFill>
                    </a:rPr>
                    <a:t>DISTORTED</a:t>
                  </a:r>
                  <a:endParaRPr lang="en-US" sz="341" b="1" dirty="0">
                    <a:solidFill>
                      <a:schemeClr val="bg1"/>
                    </a:solidFill>
                  </a:endParaRPr>
                </a:p>
              </p:txBody>
            </p:sp>
          </p:grpSp>
          <p:pic>
            <p:nvPicPr>
              <p:cNvPr id="48" name="Picture 47"/>
              <p:cNvPicPr>
                <a:picLocks noChangeAspect="1"/>
              </p:cNvPicPr>
              <p:nvPr userDrawn="1"/>
            </p:nvPicPr>
            <p:blipFill>
              <a:blip r:embed="rId6"/>
              <a:stretch>
                <a:fillRect/>
              </a:stretch>
            </p:blipFill>
            <p:spPr>
              <a:xfrm>
                <a:off x="-4470427" y="11016658"/>
                <a:ext cx="1098742" cy="847761"/>
              </a:xfrm>
              <a:prstGeom prst="rect">
                <a:avLst/>
              </a:prstGeom>
            </p:spPr>
          </p:pic>
          <p:sp>
            <p:nvSpPr>
              <p:cNvPr id="49" name="TextBox 48"/>
              <p:cNvSpPr txBox="1"/>
              <p:nvPr userDrawn="1"/>
            </p:nvSpPr>
            <p:spPr>
              <a:xfrm>
                <a:off x="-4440600" y="11665645"/>
                <a:ext cx="1035685" cy="411421"/>
              </a:xfrm>
              <a:prstGeom prst="rect">
                <a:avLst/>
              </a:prstGeom>
              <a:noFill/>
            </p:spPr>
            <p:txBody>
              <a:bodyPr wrap="square" lIns="457200" tIns="457200" rIns="457200" bIns="0" rtlCol="0">
                <a:spAutoFit/>
              </a:bodyPr>
              <a:lstStyle/>
              <a:p>
                <a:pPr algn="ctr"/>
                <a:r>
                  <a:rPr lang="en-US" sz="780" dirty="0">
                    <a:solidFill>
                      <a:schemeClr val="bg1"/>
                    </a:solidFill>
                  </a:rPr>
                  <a:t>Corner</a:t>
                </a:r>
                <a:r>
                  <a:rPr lang="en-US" sz="780" baseline="0" dirty="0">
                    <a:solidFill>
                      <a:schemeClr val="bg1"/>
                    </a:solidFill>
                  </a:rPr>
                  <a:t> handles</a:t>
                </a:r>
                <a:endParaRPr lang="en-US" sz="780" dirty="0">
                  <a:solidFill>
                    <a:schemeClr val="bg1"/>
                  </a:solidFill>
                </a:endParaRPr>
              </a:p>
            </p:txBody>
          </p:sp>
        </p:grpSp>
        <p:grpSp>
          <p:nvGrpSpPr>
            <p:cNvPr id="39" name="Group 38"/>
            <p:cNvGrpSpPr/>
            <p:nvPr userDrawn="1"/>
          </p:nvGrpSpPr>
          <p:grpSpPr>
            <a:xfrm>
              <a:off x="-10383454" y="27751410"/>
              <a:ext cx="9292334" cy="2453251"/>
              <a:chOff x="-4747927" y="12734136"/>
              <a:chExt cx="4282421" cy="1127128"/>
            </a:xfrm>
          </p:grpSpPr>
          <p:graphicFrame>
            <p:nvGraphicFramePr>
              <p:cNvPr id="41" name="Object 40"/>
              <p:cNvGraphicFramePr>
                <a:graphicFrameLocks noChangeAspect="1"/>
              </p:cNvGraphicFramePr>
              <p:nvPr userDrawn="1">
                <p:extLst>
                  <p:ext uri="{D42A27DB-BD31-4B8C-83A1-F6EECF244321}">
                    <p14:modId xmlns:p14="http://schemas.microsoft.com/office/powerpoint/2010/main" val="2923600614"/>
                  </p:ext>
                </p:extLst>
              </p:nvPr>
            </p:nvGraphicFramePr>
            <p:xfrm>
              <a:off x="-4533347" y="12734142"/>
              <a:ext cx="1828800" cy="1117600"/>
            </p:xfrm>
            <a:graphic>
              <a:graphicData uri="http://schemas.openxmlformats.org/presentationml/2006/ole">
                <mc:AlternateContent xmlns:mc="http://schemas.openxmlformats.org/markup-compatibility/2006">
                  <mc:Choice xmlns:v="urn:schemas-microsoft-com:vml" Requires="v">
                    <p:oleObj name="Image" r:id="rId7" imgW="1828440" imgH="1117440" progId="Photoshop.Image.13">
                      <p:embed/>
                    </p:oleObj>
                  </mc:Choice>
                  <mc:Fallback>
                    <p:oleObj name="Image" r:id="rId7" imgW="1828440" imgH="1117440" progId="Photoshop.Image.13">
                      <p:embed/>
                      <p:pic>
                        <p:nvPicPr>
                          <p:cNvPr id="41" name="Object 40"/>
                          <p:cNvPicPr/>
                          <p:nvPr/>
                        </p:nvPicPr>
                        <p:blipFill>
                          <a:blip r:embed="rId8"/>
                          <a:stretch>
                            <a:fillRect/>
                          </a:stretch>
                        </p:blipFill>
                        <p:spPr>
                          <a:xfrm>
                            <a:off x="-4533347" y="12734142"/>
                            <a:ext cx="1828800" cy="1117600"/>
                          </a:xfrm>
                          <a:prstGeom prst="rect">
                            <a:avLst/>
                          </a:prstGeom>
                        </p:spPr>
                      </p:pic>
                    </p:oleObj>
                  </mc:Fallback>
                </mc:AlternateContent>
              </a:graphicData>
            </a:graphic>
          </p:graphicFrame>
          <p:graphicFrame>
            <p:nvGraphicFramePr>
              <p:cNvPr id="43" name="Object 42"/>
              <p:cNvGraphicFramePr>
                <a:graphicFrameLocks noChangeAspect="1"/>
              </p:cNvGraphicFramePr>
              <p:nvPr userDrawn="1">
                <p:extLst>
                  <p:ext uri="{D42A27DB-BD31-4B8C-83A1-F6EECF244321}">
                    <p14:modId xmlns:p14="http://schemas.microsoft.com/office/powerpoint/2010/main" val="3743875991"/>
                  </p:ext>
                </p:extLst>
              </p:nvPr>
            </p:nvGraphicFramePr>
            <p:xfrm>
              <a:off x="-2456641" y="12737835"/>
              <a:ext cx="1828800" cy="1117600"/>
            </p:xfrm>
            <a:graphic>
              <a:graphicData uri="http://schemas.openxmlformats.org/presentationml/2006/ole">
                <mc:AlternateContent xmlns:mc="http://schemas.openxmlformats.org/markup-compatibility/2006">
                  <mc:Choice xmlns:v="urn:schemas-microsoft-com:vml" Requires="v">
                    <p:oleObj name="Image" r:id="rId9" imgW="1828440" imgH="1117440" progId="Photoshop.Image.13">
                      <p:embed/>
                    </p:oleObj>
                  </mc:Choice>
                  <mc:Fallback>
                    <p:oleObj name="Image" r:id="rId9" imgW="1828440" imgH="1117440" progId="Photoshop.Image.13">
                      <p:embed/>
                      <p:pic>
                        <p:nvPicPr>
                          <p:cNvPr id="43" name="Object 42"/>
                          <p:cNvPicPr/>
                          <p:nvPr/>
                        </p:nvPicPr>
                        <p:blipFill>
                          <a:blip r:embed="rId10"/>
                          <a:stretch>
                            <a:fillRect/>
                          </a:stretch>
                        </p:blipFill>
                        <p:spPr>
                          <a:xfrm>
                            <a:off x="-2456641" y="12737835"/>
                            <a:ext cx="1828800" cy="1117600"/>
                          </a:xfrm>
                          <a:prstGeom prst="rect">
                            <a:avLst/>
                          </a:prstGeom>
                        </p:spPr>
                      </p:pic>
                    </p:oleObj>
                  </mc:Fallback>
                </mc:AlternateContent>
              </a:graphicData>
            </a:graphic>
          </p:graphicFrame>
          <p:sp>
            <p:nvSpPr>
              <p:cNvPr id="44" name="TextBox 43"/>
              <p:cNvSpPr txBox="1"/>
              <p:nvPr userDrawn="1"/>
            </p:nvSpPr>
            <p:spPr>
              <a:xfrm rot="16200000">
                <a:off x="-5235785" y="13221994"/>
                <a:ext cx="1117601" cy="141886"/>
              </a:xfrm>
              <a:prstGeom prst="rect">
                <a:avLst/>
              </a:prstGeom>
              <a:noFill/>
            </p:spPr>
            <p:txBody>
              <a:bodyPr wrap="square" lIns="91440" tIns="91440" rIns="91440" bIns="0" rtlCol="0">
                <a:spAutoFit/>
              </a:bodyPr>
              <a:lstStyle/>
              <a:p>
                <a:pPr algn="ctr"/>
                <a:r>
                  <a:rPr lang="en-US" sz="780" dirty="0">
                    <a:solidFill>
                      <a:srgbClr val="92D050"/>
                    </a:solidFill>
                  </a:rPr>
                  <a:t>Good</a:t>
                </a:r>
                <a:r>
                  <a:rPr lang="en-US" sz="780" baseline="0" dirty="0">
                    <a:solidFill>
                      <a:srgbClr val="92D050"/>
                    </a:solidFill>
                  </a:rPr>
                  <a:t> </a:t>
                </a:r>
                <a:r>
                  <a:rPr lang="en-US" sz="780" baseline="0" dirty="0">
                    <a:solidFill>
                      <a:schemeClr val="bg1"/>
                    </a:solidFill>
                  </a:rPr>
                  <a:t>printing quality</a:t>
                </a:r>
                <a:endParaRPr lang="en-US" sz="780" dirty="0">
                  <a:solidFill>
                    <a:schemeClr val="bg1"/>
                  </a:solidFill>
                </a:endParaRPr>
              </a:p>
            </p:txBody>
          </p:sp>
          <p:sp>
            <p:nvSpPr>
              <p:cNvPr id="45" name="TextBox 44"/>
              <p:cNvSpPr txBox="1"/>
              <p:nvPr userDrawn="1"/>
            </p:nvSpPr>
            <p:spPr>
              <a:xfrm rot="16200000">
                <a:off x="-1095250" y="13231521"/>
                <a:ext cx="1117601" cy="141886"/>
              </a:xfrm>
              <a:prstGeom prst="rect">
                <a:avLst/>
              </a:prstGeom>
              <a:noFill/>
            </p:spPr>
            <p:txBody>
              <a:bodyPr wrap="square" lIns="91440" tIns="91440" rIns="91440" bIns="0" rtlCol="0">
                <a:spAutoFit/>
              </a:bodyPr>
              <a:lstStyle/>
              <a:p>
                <a:pPr algn="ctr"/>
                <a:r>
                  <a:rPr lang="en-US" sz="780" dirty="0">
                    <a:solidFill>
                      <a:srgbClr val="FF0000"/>
                    </a:solidFill>
                  </a:rPr>
                  <a:t>Bad </a:t>
                </a:r>
                <a:r>
                  <a:rPr lang="en-US" sz="780" dirty="0">
                    <a:solidFill>
                      <a:schemeClr val="bg1"/>
                    </a:solidFill>
                  </a:rPr>
                  <a:t>printing quality</a:t>
                </a:r>
              </a:p>
            </p:txBody>
          </p:sp>
        </p:grpSp>
      </p:grpSp>
      <p:grpSp>
        <p:nvGrpSpPr>
          <p:cNvPr id="54" name="Group 53"/>
          <p:cNvGrpSpPr/>
          <p:nvPr userDrawn="1"/>
        </p:nvGrpSpPr>
        <p:grpSpPr>
          <a:xfrm>
            <a:off x="30459135" y="-35769"/>
            <a:ext cx="7630428" cy="21419395"/>
            <a:chOff x="44157839" y="-55065"/>
            <a:chExt cx="11062139" cy="32973465"/>
          </a:xfrm>
        </p:grpSpPr>
        <p:sp>
          <p:nvSpPr>
            <p:cNvPr id="55" name="Rectangle 54"/>
            <p:cNvSpPr/>
            <p:nvPr userDrawn="1"/>
          </p:nvSpPr>
          <p:spPr>
            <a:xfrm>
              <a:off x="44157839" y="-55065"/>
              <a:ext cx="11062139" cy="32973465"/>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tIns="457200" rIns="457200" bIns="0" rtlCol="0" anchor="t" anchorCtr="0"/>
            <a:lstStyle/>
            <a:p>
              <a:pPr algn="ctr"/>
              <a:r>
                <a:rPr lang="en-US" sz="1949" b="1" spc="292" dirty="0">
                  <a:solidFill>
                    <a:schemeClr val="bg1"/>
                  </a:solidFill>
                  <a:latin typeface="Trebuchet MS" pitchFamily="34" charset="0"/>
                </a:rPr>
                <a:t>QUICK START (cont.)</a:t>
              </a:r>
            </a:p>
            <a:p>
              <a:pPr algn="ctr"/>
              <a:endParaRPr lang="en-US" sz="1754" b="1" baseline="0" dirty="0">
                <a:solidFill>
                  <a:schemeClr val="bg1"/>
                </a:solidFill>
                <a:latin typeface="Trebuchet MS" pitchFamily="34" charset="0"/>
              </a:endParaRPr>
            </a:p>
            <a:p>
              <a:pPr algn="ctr"/>
              <a:r>
                <a:rPr lang="en-US" sz="1559" b="1" baseline="0" dirty="0">
                  <a:solidFill>
                    <a:srgbClr val="FFC000"/>
                  </a:solidFill>
                  <a:latin typeface="Trebuchet MS" pitchFamily="34" charset="0"/>
                </a:rPr>
                <a:t>How to change the template color theme</a:t>
              </a:r>
            </a:p>
            <a:p>
              <a:pPr marL="0" marR="0" lvl="2" indent="0" algn="l" defTabSz="55687" rtl="0" eaLnBrk="1" fontAlgn="auto" latinLnBrk="0" hangingPunct="1">
                <a:lnSpc>
                  <a:spcPct val="100000"/>
                </a:lnSpc>
                <a:spcBef>
                  <a:spcPts val="0"/>
                </a:spcBef>
                <a:spcAft>
                  <a:spcPts val="0"/>
                </a:spcAft>
                <a:buClrTx/>
                <a:buSzTx/>
                <a:buFontTx/>
                <a:buNone/>
                <a:tabLst/>
                <a:defRPr/>
              </a:pPr>
              <a:r>
                <a:rPr lang="en-US" sz="1169" b="0" baseline="0" dirty="0">
                  <a:solidFill>
                    <a:schemeClr val="bg1">
                      <a:lumMod val="75000"/>
                    </a:schemeClr>
                  </a:solidFill>
                  <a:latin typeface="Trebuchet MS" pitchFamily="34" charset="0"/>
                </a:rPr>
                <a:t>You can easily change the color theme of your poster by going to the DESIGN menu, click on COLORS, and choose the color theme of your choice. You can </a:t>
              </a:r>
              <a:r>
                <a:rPr lang="en-US" sz="1169" b="0" spc="0" baseline="0" dirty="0">
                  <a:solidFill>
                    <a:schemeClr val="bg1">
                      <a:lumMod val="75000"/>
                    </a:schemeClr>
                  </a:solidFill>
                  <a:latin typeface="Trebuchet MS" pitchFamily="34" charset="0"/>
                </a:rPr>
                <a:t>also create your own color theme.</a:t>
              </a:r>
            </a:p>
            <a:p>
              <a:pPr marL="0" marR="0" lvl="2" indent="0" algn="l" defTabSz="55687" rtl="0" eaLnBrk="1" fontAlgn="auto" latinLnBrk="0" hangingPunct="1">
                <a:lnSpc>
                  <a:spcPct val="100000"/>
                </a:lnSpc>
                <a:spcBef>
                  <a:spcPts val="0"/>
                </a:spcBef>
                <a:spcAft>
                  <a:spcPts val="0"/>
                </a:spcAft>
                <a:buClrTx/>
                <a:buSzTx/>
                <a:buFontTx/>
                <a:buNone/>
                <a:tabLst/>
                <a:defRPr/>
              </a:pPr>
              <a:endParaRPr lang="en-US" sz="1169" b="0" baseline="0" dirty="0">
                <a:solidFill>
                  <a:schemeClr val="bg1">
                    <a:lumMod val="75000"/>
                  </a:schemeClr>
                </a:solidFill>
                <a:latin typeface="Trebuchet MS" pitchFamily="34" charset="0"/>
              </a:endParaRPr>
            </a:p>
            <a:p>
              <a:pPr marL="0" indent="0" algn="l" defTabSz="55687"/>
              <a:endParaRPr lang="en-US" sz="1169" b="0" baseline="0" dirty="0">
                <a:solidFill>
                  <a:schemeClr val="bg1">
                    <a:lumMod val="75000"/>
                  </a:schemeClr>
                </a:solidFill>
                <a:latin typeface="Trebuchet MS" pitchFamily="34" charset="0"/>
              </a:endParaRPr>
            </a:p>
            <a:p>
              <a:pPr marL="0" indent="0" algn="l" defTabSz="55687"/>
              <a:endParaRPr lang="en-US" sz="1169" b="0" baseline="0" dirty="0">
                <a:solidFill>
                  <a:schemeClr val="bg1">
                    <a:lumMod val="75000"/>
                  </a:schemeClr>
                </a:solidFill>
                <a:latin typeface="Trebuchet MS" pitchFamily="34" charset="0"/>
              </a:endParaRPr>
            </a:p>
            <a:p>
              <a:pPr marL="0" indent="0" algn="l" defTabSz="55687"/>
              <a:endParaRPr lang="en-US" sz="1169" b="0" baseline="0" dirty="0">
                <a:solidFill>
                  <a:schemeClr val="bg1">
                    <a:lumMod val="75000"/>
                  </a:schemeClr>
                </a:solidFill>
                <a:latin typeface="Trebuchet MS" pitchFamily="34" charset="0"/>
              </a:endParaRPr>
            </a:p>
            <a:p>
              <a:pPr marL="0" indent="0" algn="l" defTabSz="55687"/>
              <a:endParaRPr lang="en-US" sz="1169" b="0" baseline="0" dirty="0">
                <a:solidFill>
                  <a:schemeClr val="bg1">
                    <a:lumMod val="75000"/>
                  </a:schemeClr>
                </a:solidFill>
                <a:latin typeface="Trebuchet MS" pitchFamily="34" charset="0"/>
              </a:endParaRPr>
            </a:p>
            <a:p>
              <a:pPr marL="0" indent="0" algn="l" defTabSz="55687"/>
              <a:endParaRPr lang="en-US" sz="1169" b="0" baseline="0" dirty="0">
                <a:solidFill>
                  <a:schemeClr val="bg1">
                    <a:lumMod val="75000"/>
                  </a:schemeClr>
                </a:solidFill>
                <a:latin typeface="Trebuchet MS" pitchFamily="34" charset="0"/>
              </a:endParaRPr>
            </a:p>
            <a:p>
              <a:pPr marL="0" indent="0" algn="l" defTabSz="55687"/>
              <a:endParaRPr lang="en-US" sz="1169" b="0" baseline="0" dirty="0">
                <a:solidFill>
                  <a:schemeClr val="bg1">
                    <a:lumMod val="75000"/>
                  </a:schemeClr>
                </a:solidFill>
                <a:latin typeface="Trebuchet MS" pitchFamily="34" charset="0"/>
              </a:endParaRPr>
            </a:p>
            <a:p>
              <a:pPr marL="0" indent="0" algn="l" defTabSz="55687"/>
              <a:r>
                <a:rPr lang="en-US" sz="1169" b="0" baseline="0" dirty="0">
                  <a:solidFill>
                    <a:schemeClr val="bg1">
                      <a:lumMod val="75000"/>
                    </a:schemeClr>
                  </a:solidFill>
                  <a:latin typeface="Trebuchet MS" pitchFamily="34" charset="0"/>
                </a:rPr>
                <a:t>You can also manually change the color of your background by going to VIEW &gt; SLIDE MASTER.  After you finish working on the master be sure to go to VIEW &gt; NORMAL to continue working on your poster.</a:t>
              </a:r>
            </a:p>
            <a:p>
              <a:pPr marL="0" indent="0" algn="l" defTabSz="55687"/>
              <a:endParaRPr lang="en-US" sz="1169" b="0" baseline="0" dirty="0">
                <a:solidFill>
                  <a:schemeClr val="bg1">
                    <a:lumMod val="75000"/>
                  </a:schemeClr>
                </a:solidFill>
                <a:latin typeface="Trebuchet MS" pitchFamily="34" charset="0"/>
              </a:endParaRPr>
            </a:p>
            <a:p>
              <a:pPr algn="ctr"/>
              <a:r>
                <a:rPr lang="en-US" sz="1559" b="1" baseline="0" dirty="0">
                  <a:solidFill>
                    <a:srgbClr val="FFC000"/>
                  </a:solidFill>
                  <a:latin typeface="Trebuchet MS" pitchFamily="34" charset="0"/>
                </a:rPr>
                <a:t>How to add Text</a:t>
              </a:r>
            </a:p>
            <a:p>
              <a:pPr marL="1590946" lvl="2" indent="0" algn="l" defTabSz="55687"/>
              <a:r>
                <a:rPr lang="en-US" sz="1169" b="0" baseline="0" dirty="0">
                  <a:solidFill>
                    <a:schemeClr val="bg1">
                      <a:lumMod val="75000"/>
                    </a:schemeClr>
                  </a:solidFill>
                  <a:latin typeface="Trebuchet MS" pitchFamily="34" charset="0"/>
                </a:rPr>
                <a:t>The template comes with a number of pre-formatted placeholders for headers and text blocks. You can add more blocks by copying and pasting the existing ones or by adding a text box from the HOME menu. </a:t>
              </a:r>
            </a:p>
            <a:p>
              <a:pPr marL="739736" lvl="2" indent="0" algn="l" defTabSz="55687"/>
              <a:endParaRPr lang="en-US" sz="1169" b="0" baseline="0" dirty="0">
                <a:solidFill>
                  <a:schemeClr val="bg1">
                    <a:lumMod val="75000"/>
                  </a:schemeClr>
                </a:solidFill>
                <a:latin typeface="Trebuchet MS" pitchFamily="34" charset="0"/>
              </a:endParaRPr>
            </a:p>
            <a:p>
              <a:pPr marL="0" marR="0" lvl="0" indent="0" algn="ctr" defTabSz="739736" rtl="0" eaLnBrk="1" fontAlgn="auto" latinLnBrk="0" hangingPunct="1">
                <a:lnSpc>
                  <a:spcPct val="100000"/>
                </a:lnSpc>
                <a:spcBef>
                  <a:spcPts val="0"/>
                </a:spcBef>
                <a:spcAft>
                  <a:spcPts val="0"/>
                </a:spcAft>
                <a:buClrTx/>
                <a:buSzTx/>
                <a:buFontTx/>
                <a:buNone/>
                <a:tabLst/>
                <a:defRPr/>
              </a:pPr>
              <a:r>
                <a:rPr lang="en-US" sz="1169" b="0" baseline="0" dirty="0">
                  <a:solidFill>
                    <a:schemeClr val="bg1">
                      <a:lumMod val="75000"/>
                    </a:schemeClr>
                  </a:solidFill>
                  <a:latin typeface="Trebuchet MS" pitchFamily="34" charset="0"/>
                </a:rPr>
                <a:t> </a:t>
              </a:r>
              <a:r>
                <a:rPr kumimoji="0" lang="en-US" sz="1559" b="1" i="0" u="none" strike="noStrike" kern="1200" cap="none" spc="0" normalizeH="0" baseline="0" noProof="0" dirty="0">
                  <a:ln>
                    <a:noFill/>
                  </a:ln>
                  <a:solidFill>
                    <a:srgbClr val="FFC000"/>
                  </a:solidFill>
                  <a:effectLst/>
                  <a:uLnTx/>
                  <a:uFillTx/>
                  <a:latin typeface="Trebuchet MS" pitchFamily="34" charset="0"/>
                </a:rPr>
                <a:t>Text size</a:t>
              </a:r>
            </a:p>
            <a:p>
              <a:pPr marL="0" marR="0" lvl="0" indent="0" algn="l" defTabSz="55687" rtl="0" eaLnBrk="1" fontAlgn="auto" latinLnBrk="0" hangingPunct="1">
                <a:lnSpc>
                  <a:spcPct val="100000"/>
                </a:lnSpc>
                <a:spcBef>
                  <a:spcPts val="0"/>
                </a:spcBef>
                <a:spcAft>
                  <a:spcPts val="0"/>
                </a:spcAft>
                <a:buClrTx/>
                <a:buSzTx/>
                <a:buFontTx/>
                <a:buNone/>
                <a:tabLst/>
                <a:defRPr/>
              </a:pPr>
              <a:r>
                <a:rPr kumimoji="0" lang="en-US" sz="1169" b="0" i="0" u="none" strike="noStrike" kern="1200" cap="none" spc="0" normalizeH="0" baseline="0" noProof="0" dirty="0">
                  <a:ln>
                    <a:noFill/>
                  </a:ln>
                  <a:solidFill>
                    <a:prstClr val="white">
                      <a:lumMod val="75000"/>
                    </a:prstClr>
                  </a:solidFill>
                  <a:effectLst/>
                  <a:uLnTx/>
                  <a:uFillTx/>
                  <a:latin typeface="Trebuchet MS" pitchFamily="34" charset="0"/>
                </a:rPr>
                <a:t>Adjust the size of your text based on how much content you have to present. The default template text offers a good starting point. Follow the conference requirements.</a:t>
              </a:r>
              <a:endParaRPr lang="en-US" sz="1169" b="0" baseline="0" dirty="0">
                <a:solidFill>
                  <a:schemeClr val="bg1">
                    <a:lumMod val="75000"/>
                  </a:schemeClr>
                </a:solidFill>
                <a:latin typeface="Trebuchet MS" pitchFamily="34" charset="0"/>
              </a:endParaRPr>
            </a:p>
            <a:p>
              <a:pPr marL="739736" lvl="2" indent="0" algn="l" defTabSz="55687"/>
              <a:endParaRPr lang="en-US" sz="1169" b="0" baseline="0" dirty="0">
                <a:solidFill>
                  <a:schemeClr val="bg1">
                    <a:lumMod val="75000"/>
                  </a:schemeClr>
                </a:solidFill>
                <a:latin typeface="Trebuchet MS" pitchFamily="34" charset="0"/>
              </a:endParaRPr>
            </a:p>
            <a:p>
              <a:pPr algn="ctr"/>
              <a:r>
                <a:rPr lang="en-US" sz="1559" b="1" baseline="0" dirty="0">
                  <a:solidFill>
                    <a:srgbClr val="FFC000"/>
                  </a:solidFill>
                  <a:latin typeface="Trebuchet MS" pitchFamily="34" charset="0"/>
                </a:rPr>
                <a:t>How to add Tables</a:t>
              </a:r>
            </a:p>
            <a:p>
              <a:pPr marL="843039" lvl="1" indent="0" algn="l" defTabSz="55687"/>
              <a:r>
                <a:rPr lang="en-US" sz="1169" b="0" baseline="0" dirty="0">
                  <a:solidFill>
                    <a:schemeClr val="bg1">
                      <a:lumMod val="75000"/>
                    </a:schemeClr>
                  </a:solidFill>
                  <a:latin typeface="Trebuchet MS" pitchFamily="34" charset="0"/>
                </a:rPr>
                <a:t>To add a table from scratch go to the INSERT menu and </a:t>
              </a:r>
              <a:br>
                <a:rPr lang="en-US" sz="1169" b="0" baseline="0" dirty="0">
                  <a:solidFill>
                    <a:schemeClr val="bg1">
                      <a:lumMod val="75000"/>
                    </a:schemeClr>
                  </a:solidFill>
                  <a:latin typeface="Trebuchet MS" pitchFamily="34" charset="0"/>
                </a:rPr>
              </a:br>
              <a:r>
                <a:rPr lang="en-US" sz="1169" b="0" baseline="0" dirty="0">
                  <a:solidFill>
                    <a:schemeClr val="bg1">
                      <a:lumMod val="75000"/>
                    </a:schemeClr>
                  </a:solidFill>
                  <a:latin typeface="Trebuchet MS" pitchFamily="34" charset="0"/>
                </a:rPr>
                <a:t>click on TABLE. A drop-down box will help you select rows and columns. </a:t>
              </a:r>
            </a:p>
            <a:p>
              <a:pPr marL="0" lvl="0" indent="0" algn="l" defTabSz="55687"/>
              <a:r>
                <a:rPr lang="en-US" sz="1169" b="0" baseline="0" dirty="0">
                  <a:solidFill>
                    <a:schemeClr val="bg1">
                      <a:lumMod val="75000"/>
                    </a:schemeClr>
                  </a:solidFill>
                  <a:latin typeface="Trebuchet MS" pitchFamily="34" charset="0"/>
                </a:rPr>
                <a:t>You can also copy and a paste a table from Word or another PowerPoint document. A pasted table may need to be re-formatted by RIGHT-CLICK &gt; FORMAT SHAPE, TEXT BOX, Margins.</a:t>
              </a:r>
            </a:p>
            <a:p>
              <a:pPr marL="0" lvl="0" indent="0" algn="l" defTabSz="55687"/>
              <a:endParaRPr lang="en-US" sz="1169" b="0" baseline="0" dirty="0">
                <a:solidFill>
                  <a:schemeClr val="bg1">
                    <a:lumMod val="75000"/>
                  </a:schemeClr>
                </a:solidFill>
                <a:latin typeface="Trebuchet MS" pitchFamily="34" charset="0"/>
              </a:endParaRPr>
            </a:p>
            <a:p>
              <a:pPr marL="0" marR="0" lvl="0" indent="0" algn="ctr" defTabSz="739736" rtl="0" eaLnBrk="1" fontAlgn="auto" latinLnBrk="0" hangingPunct="1">
                <a:lnSpc>
                  <a:spcPct val="100000"/>
                </a:lnSpc>
                <a:spcBef>
                  <a:spcPts val="0"/>
                </a:spcBef>
                <a:spcAft>
                  <a:spcPts val="0"/>
                </a:spcAft>
                <a:buClrTx/>
                <a:buSzTx/>
                <a:buFontTx/>
                <a:buNone/>
                <a:tabLst/>
                <a:defRPr/>
              </a:pPr>
              <a:r>
                <a:rPr kumimoji="0" lang="en-US" sz="1559" b="1" i="0" u="none" strike="noStrike" kern="1200" cap="none" spc="0" normalizeH="0" baseline="0" noProof="0" dirty="0">
                  <a:ln>
                    <a:noFill/>
                  </a:ln>
                  <a:solidFill>
                    <a:srgbClr val="FFC000"/>
                  </a:solidFill>
                  <a:effectLst/>
                  <a:uLnTx/>
                  <a:uFillTx/>
                  <a:latin typeface="Trebuchet MS" pitchFamily="34" charset="0"/>
                </a:rPr>
                <a:t>Graphs / Charts</a:t>
              </a:r>
            </a:p>
            <a:p>
              <a:pPr marL="0" marR="0" lvl="0" indent="0" algn="l" defTabSz="55687" rtl="0" eaLnBrk="1" fontAlgn="auto" latinLnBrk="0" hangingPunct="1">
                <a:lnSpc>
                  <a:spcPct val="100000"/>
                </a:lnSpc>
                <a:spcBef>
                  <a:spcPts val="0"/>
                </a:spcBef>
                <a:spcAft>
                  <a:spcPts val="0"/>
                </a:spcAft>
                <a:buClrTx/>
                <a:buSzTx/>
                <a:buFontTx/>
                <a:buNone/>
                <a:tabLst/>
                <a:defRPr/>
              </a:pPr>
              <a:r>
                <a:rPr kumimoji="0" lang="en-US" sz="1169" b="0" i="0" u="none" strike="noStrike" kern="1200" cap="none" spc="0" normalizeH="0" baseline="0" noProof="0" dirty="0">
                  <a:ln>
                    <a:noFill/>
                  </a:ln>
                  <a:solidFill>
                    <a:prstClr val="white">
                      <a:lumMod val="75000"/>
                    </a:prstClr>
                  </a:solidFill>
                  <a:effectLst/>
                  <a:uLnTx/>
                  <a:uFillTx/>
                  <a:latin typeface="Trebuchet MS" pitchFamily="34" charset="0"/>
                </a:rPr>
                <a:t>You can simply copy and paste charts and graphs from Excel or Word. Some reformatting may be required depending on how the original document has been created.</a:t>
              </a:r>
            </a:p>
            <a:p>
              <a:pPr marL="0" marR="0" lvl="0" indent="0" algn="l" defTabSz="55687" rtl="0" eaLnBrk="1" fontAlgn="auto" latinLnBrk="0" hangingPunct="1">
                <a:lnSpc>
                  <a:spcPct val="100000"/>
                </a:lnSpc>
                <a:spcBef>
                  <a:spcPts val="0"/>
                </a:spcBef>
                <a:spcAft>
                  <a:spcPts val="0"/>
                </a:spcAft>
                <a:buClrTx/>
                <a:buSzTx/>
                <a:buFontTx/>
                <a:buNone/>
                <a:tabLst/>
                <a:defRPr/>
              </a:pPr>
              <a:endParaRPr kumimoji="0" lang="en-US" sz="1169" b="0" i="0" u="none" strike="noStrike" kern="1200" cap="none" spc="0" normalizeH="0" baseline="0" noProof="0" dirty="0">
                <a:ln>
                  <a:noFill/>
                </a:ln>
                <a:solidFill>
                  <a:prstClr val="white">
                    <a:lumMod val="75000"/>
                  </a:prstClr>
                </a:solidFill>
                <a:effectLst/>
                <a:uLnTx/>
                <a:uFillTx/>
                <a:latin typeface="Trebuchet MS" pitchFamily="34" charset="0"/>
              </a:endParaRPr>
            </a:p>
            <a:p>
              <a:pPr marL="0" marR="0" lvl="0" indent="0" algn="ctr" defTabSz="739736" rtl="0" eaLnBrk="1" fontAlgn="auto" latinLnBrk="0" hangingPunct="1">
                <a:lnSpc>
                  <a:spcPct val="100000"/>
                </a:lnSpc>
                <a:spcBef>
                  <a:spcPts val="0"/>
                </a:spcBef>
                <a:spcAft>
                  <a:spcPts val="0"/>
                </a:spcAft>
                <a:buClrTx/>
                <a:buSzTx/>
                <a:buFontTx/>
                <a:buNone/>
                <a:tabLst/>
                <a:defRPr/>
              </a:pPr>
              <a:r>
                <a:rPr kumimoji="0" lang="en-US" sz="1559" b="1" i="0" u="none" strike="noStrike" kern="1200" cap="none" spc="0" normalizeH="0" baseline="0" noProof="0" dirty="0">
                  <a:ln>
                    <a:noFill/>
                  </a:ln>
                  <a:solidFill>
                    <a:srgbClr val="FFC000"/>
                  </a:solidFill>
                  <a:effectLst/>
                  <a:uLnTx/>
                  <a:uFillTx/>
                  <a:latin typeface="Trebuchet MS" pitchFamily="34" charset="0"/>
                </a:rPr>
                <a:t>How to change the column configuration</a:t>
              </a:r>
            </a:p>
            <a:p>
              <a:pPr marL="0" marR="0" lvl="0" indent="0" algn="l" defTabSz="55687" rtl="0" eaLnBrk="1" fontAlgn="auto" latinLnBrk="0" hangingPunct="1">
                <a:lnSpc>
                  <a:spcPct val="100000"/>
                </a:lnSpc>
                <a:spcBef>
                  <a:spcPts val="0"/>
                </a:spcBef>
                <a:spcAft>
                  <a:spcPts val="0"/>
                </a:spcAft>
                <a:buClrTx/>
                <a:buSzTx/>
                <a:buFontTx/>
                <a:buNone/>
                <a:tabLst/>
                <a:defRPr/>
              </a:pPr>
              <a:r>
                <a:rPr kumimoji="0" lang="en-US" sz="1169" b="0" i="0" u="none" strike="noStrike" kern="1200" cap="none" spc="0" normalizeH="0" baseline="0" noProof="0" dirty="0">
                  <a:ln>
                    <a:noFill/>
                  </a:ln>
                  <a:solidFill>
                    <a:prstClr val="white">
                      <a:lumMod val="75000"/>
                    </a:prstClr>
                  </a:solidFill>
                  <a:effectLst/>
                  <a:uLnTx/>
                  <a:uFillTx/>
                  <a:latin typeface="Trebuchet MS" pitchFamily="34" charset="0"/>
                </a:rPr>
                <a:t>RIGHT-CLICK on the poster background and select LAYOUT to see the column options available for this template. The poster columns can also be customized on the Master. VIEW &gt; MASTER.</a:t>
              </a:r>
            </a:p>
            <a:p>
              <a:pPr marL="0" marR="0" lvl="0" indent="0" algn="ctr" defTabSz="739736" rtl="0" eaLnBrk="1" fontAlgn="auto" latinLnBrk="0" hangingPunct="1">
                <a:lnSpc>
                  <a:spcPct val="100000"/>
                </a:lnSpc>
                <a:spcBef>
                  <a:spcPts val="0"/>
                </a:spcBef>
                <a:spcAft>
                  <a:spcPts val="0"/>
                </a:spcAft>
                <a:buClrTx/>
                <a:buSzTx/>
                <a:buFontTx/>
                <a:buNone/>
                <a:tabLst/>
                <a:defRPr/>
              </a:pPr>
              <a:endParaRPr kumimoji="0" lang="en-US" sz="1559" b="1" i="0" u="none" strike="noStrike" kern="1200" cap="none" spc="0" normalizeH="0" baseline="0" noProof="0" dirty="0">
                <a:ln>
                  <a:noFill/>
                </a:ln>
                <a:solidFill>
                  <a:srgbClr val="FFC000"/>
                </a:solidFill>
                <a:effectLst/>
                <a:uLnTx/>
                <a:uFillTx/>
                <a:latin typeface="Trebuchet MS" pitchFamily="34" charset="0"/>
              </a:endParaRPr>
            </a:p>
            <a:p>
              <a:pPr marL="0" marR="0" lvl="0" indent="0" algn="ctr" defTabSz="739736" rtl="0" eaLnBrk="1" fontAlgn="auto" latinLnBrk="0" hangingPunct="1">
                <a:lnSpc>
                  <a:spcPct val="100000"/>
                </a:lnSpc>
                <a:spcBef>
                  <a:spcPts val="0"/>
                </a:spcBef>
                <a:spcAft>
                  <a:spcPts val="0"/>
                </a:spcAft>
                <a:buClrTx/>
                <a:buSzTx/>
                <a:buFontTx/>
                <a:buNone/>
                <a:tabLst/>
                <a:defRPr/>
              </a:pPr>
              <a:r>
                <a:rPr kumimoji="0" lang="en-US" sz="1559" b="1" i="0" u="none" strike="noStrike" kern="1200" cap="none" spc="0" normalizeH="0" baseline="0" noProof="0" dirty="0">
                  <a:ln>
                    <a:noFill/>
                  </a:ln>
                  <a:solidFill>
                    <a:srgbClr val="FFC000"/>
                  </a:solidFill>
                  <a:effectLst/>
                  <a:uLnTx/>
                  <a:uFillTx/>
                  <a:latin typeface="Trebuchet MS" pitchFamily="34" charset="0"/>
                </a:rPr>
                <a:t>How to remove the info bars</a:t>
              </a:r>
            </a:p>
            <a:p>
              <a:pPr marL="0" marR="0" lvl="0" indent="0" algn="l" defTabSz="55687" rtl="0" eaLnBrk="1" fontAlgn="auto" latinLnBrk="0" hangingPunct="1">
                <a:lnSpc>
                  <a:spcPct val="100000"/>
                </a:lnSpc>
                <a:spcBef>
                  <a:spcPts val="0"/>
                </a:spcBef>
                <a:spcAft>
                  <a:spcPts val="0"/>
                </a:spcAft>
                <a:buClrTx/>
                <a:buSzTx/>
                <a:buFontTx/>
                <a:buNone/>
                <a:tabLst/>
                <a:defRPr/>
              </a:pPr>
              <a:r>
                <a:rPr kumimoji="0" lang="en-US" sz="1169" b="0" i="0" u="none" strike="noStrike" kern="1200" cap="none" spc="0" normalizeH="0" baseline="0" noProof="0" dirty="0">
                  <a:ln>
                    <a:noFill/>
                  </a:ln>
                  <a:solidFill>
                    <a:prstClr val="white">
                      <a:lumMod val="75000"/>
                    </a:prstClr>
                  </a:solidFill>
                  <a:effectLst/>
                  <a:uLnTx/>
                  <a:uFillTx/>
                  <a:latin typeface="Trebuchet MS" pitchFamily="34" charset="0"/>
                </a:rPr>
                <a:t>If you are working in PowerPoint for Windows and have finished your poster, save as PDF and the bars will not be included. You can also delete them by going to VIEW &gt; MASTER. On the Mac adjust the Page-Setup to match the Page-Setup in PowerPoint before you create a PDF. You can also delete them from the Slide Master.</a:t>
              </a:r>
            </a:p>
            <a:p>
              <a:pPr marL="0" marR="0" lvl="0" indent="0" algn="l" defTabSz="55687" rtl="0" eaLnBrk="1" fontAlgn="auto" latinLnBrk="0" hangingPunct="1">
                <a:lnSpc>
                  <a:spcPct val="100000"/>
                </a:lnSpc>
                <a:spcBef>
                  <a:spcPts val="0"/>
                </a:spcBef>
                <a:spcAft>
                  <a:spcPts val="0"/>
                </a:spcAft>
                <a:buClrTx/>
                <a:buSzTx/>
                <a:buFontTx/>
                <a:buNone/>
                <a:tabLst/>
                <a:defRPr/>
              </a:pPr>
              <a:endParaRPr kumimoji="0" lang="en-US" sz="1169" b="0" i="0" u="none" strike="noStrike" kern="1200" cap="none" spc="0" normalizeH="0" baseline="0" noProof="0" dirty="0">
                <a:ln>
                  <a:noFill/>
                </a:ln>
                <a:solidFill>
                  <a:prstClr val="white">
                    <a:lumMod val="75000"/>
                  </a:prstClr>
                </a:solidFill>
                <a:effectLst/>
                <a:uLnTx/>
                <a:uFillTx/>
                <a:latin typeface="Trebuchet MS" pitchFamily="34" charset="0"/>
              </a:endParaRPr>
            </a:p>
            <a:p>
              <a:pPr marL="0" marR="0" lvl="0" indent="0" algn="ctr" defTabSz="739736" rtl="0" eaLnBrk="1" fontAlgn="auto" latinLnBrk="0" hangingPunct="1">
                <a:lnSpc>
                  <a:spcPct val="100000"/>
                </a:lnSpc>
                <a:spcBef>
                  <a:spcPts val="0"/>
                </a:spcBef>
                <a:spcAft>
                  <a:spcPts val="0"/>
                </a:spcAft>
                <a:buClrTx/>
                <a:buSzTx/>
                <a:buFontTx/>
                <a:buNone/>
                <a:tabLst/>
                <a:defRPr/>
              </a:pPr>
              <a:r>
                <a:rPr kumimoji="0" lang="en-US" sz="1559" b="1" i="0" u="none" strike="noStrike" kern="1200" cap="none" spc="0" normalizeH="0" baseline="0" noProof="0" dirty="0">
                  <a:ln>
                    <a:noFill/>
                  </a:ln>
                  <a:solidFill>
                    <a:srgbClr val="FFC000"/>
                  </a:solidFill>
                  <a:effectLst/>
                  <a:uLnTx/>
                  <a:uFillTx/>
                  <a:latin typeface="Trebuchet MS" pitchFamily="34" charset="0"/>
                </a:rPr>
                <a:t>Save your work</a:t>
              </a:r>
            </a:p>
            <a:p>
              <a:pPr marL="0" marR="0" lvl="0" indent="0" algn="l" defTabSz="55687" rtl="0" eaLnBrk="1" fontAlgn="auto" latinLnBrk="0" hangingPunct="1">
                <a:lnSpc>
                  <a:spcPct val="100000"/>
                </a:lnSpc>
                <a:spcBef>
                  <a:spcPts val="0"/>
                </a:spcBef>
                <a:spcAft>
                  <a:spcPts val="0"/>
                </a:spcAft>
                <a:buClrTx/>
                <a:buSzTx/>
                <a:buFontTx/>
                <a:buNone/>
                <a:tabLst/>
                <a:defRPr/>
              </a:pPr>
              <a:r>
                <a:rPr kumimoji="0" lang="en-US" sz="1169" b="0" i="0" u="none" strike="noStrike" kern="1200" cap="none" spc="0" normalizeH="0" baseline="0" noProof="0" dirty="0">
                  <a:ln>
                    <a:noFill/>
                  </a:ln>
                  <a:solidFill>
                    <a:prstClr val="white">
                      <a:lumMod val="75000"/>
                    </a:prstClr>
                  </a:solidFill>
                  <a:effectLst/>
                  <a:uLnTx/>
                  <a:uFillTx/>
                  <a:latin typeface="Trebuchet MS" pitchFamily="34" charset="0"/>
                </a:rPr>
                <a:t>Save your template as a PowerPoint document. For printing, save as PowerPoint or “Print-quality” PDF.</a:t>
              </a:r>
            </a:p>
            <a:p>
              <a:pPr marL="0" marR="0" lvl="0" indent="0" algn="l" defTabSz="55687" rtl="0" eaLnBrk="1" fontAlgn="auto" latinLnBrk="0" hangingPunct="1">
                <a:lnSpc>
                  <a:spcPct val="100000"/>
                </a:lnSpc>
                <a:spcBef>
                  <a:spcPts val="0"/>
                </a:spcBef>
                <a:spcAft>
                  <a:spcPts val="0"/>
                </a:spcAft>
                <a:buClrTx/>
                <a:buSzTx/>
                <a:buFontTx/>
                <a:buNone/>
                <a:tabLst/>
                <a:defRPr/>
              </a:pPr>
              <a:endParaRPr lang="en-US" sz="1169" b="0" baseline="0" dirty="0">
                <a:solidFill>
                  <a:schemeClr val="bg1">
                    <a:lumMod val="75000"/>
                  </a:schemeClr>
                </a:solidFill>
                <a:latin typeface="Trebuchet MS" pitchFamily="34" charset="0"/>
              </a:endParaRPr>
            </a:p>
            <a:p>
              <a:pPr marL="0" marR="0" lvl="0" indent="0" algn="ctr" defTabSz="739736" rtl="0" eaLnBrk="1" fontAlgn="auto" latinLnBrk="0" hangingPunct="1">
                <a:lnSpc>
                  <a:spcPct val="100000"/>
                </a:lnSpc>
                <a:spcBef>
                  <a:spcPts val="0"/>
                </a:spcBef>
                <a:spcAft>
                  <a:spcPts val="0"/>
                </a:spcAft>
                <a:buClrTx/>
                <a:buSzTx/>
                <a:buFontTx/>
                <a:buNone/>
                <a:tabLst/>
                <a:defRPr/>
              </a:pPr>
              <a:r>
                <a:rPr kumimoji="0" lang="en-US" sz="1559" b="1" i="0" u="none" strike="noStrike" kern="1200" cap="none" spc="0" normalizeH="0" baseline="0" noProof="0" dirty="0">
                  <a:ln>
                    <a:noFill/>
                  </a:ln>
                  <a:solidFill>
                    <a:srgbClr val="FFC000"/>
                  </a:solidFill>
                  <a:effectLst/>
                  <a:uLnTx/>
                  <a:uFillTx/>
                  <a:latin typeface="Trebuchet MS" pitchFamily="34" charset="0"/>
                </a:rPr>
                <a:t>Print your poster</a:t>
              </a:r>
            </a:p>
            <a:p>
              <a:pPr marL="0" marR="0" lvl="0" indent="0" algn="l" defTabSz="55687" rtl="0" eaLnBrk="1" fontAlgn="auto" latinLnBrk="0" hangingPunct="1">
                <a:lnSpc>
                  <a:spcPct val="100000"/>
                </a:lnSpc>
                <a:spcBef>
                  <a:spcPts val="0"/>
                </a:spcBef>
                <a:spcAft>
                  <a:spcPts val="0"/>
                </a:spcAft>
                <a:buClrTx/>
                <a:buSzTx/>
                <a:buFontTx/>
                <a:buNone/>
                <a:tabLst/>
                <a:defRPr/>
              </a:pPr>
              <a:r>
                <a:rPr kumimoji="0" lang="en-US" sz="1169" b="0" i="0" u="none" strike="noStrike" kern="1200" cap="none" spc="0" normalizeH="0" baseline="0" noProof="0" dirty="0">
                  <a:ln>
                    <a:noFill/>
                  </a:ln>
                  <a:solidFill>
                    <a:prstClr val="white">
                      <a:lumMod val="75000"/>
                    </a:prstClr>
                  </a:solidFill>
                  <a:effectLst/>
                  <a:uLnTx/>
                  <a:uFillTx/>
                  <a:latin typeface="Trebuchet MS" pitchFamily="34" charset="0"/>
                </a:rPr>
                <a:t>When you are ready to have your poster printed go online to PosterPresentations.com and click on the “Order Your Poster” button. Choose the poster type the best suits your needs and submit your order. If you submit a PowerPoint document you will be receiving a PDF proof for your approval prior to printing. If your order is placed and paid for before noon, Pacific, Monday through Friday, your order will ship out that same day. Next day, Second day, Third day, and Free Ground services are offered. Go to PosterPresentations.com for more information.</a:t>
              </a:r>
            </a:p>
            <a:p>
              <a:pPr marL="0" marR="0" lvl="0" indent="0" algn="l" defTabSz="55687" rtl="0" eaLnBrk="1" fontAlgn="auto" latinLnBrk="0" hangingPunct="1">
                <a:lnSpc>
                  <a:spcPct val="100000"/>
                </a:lnSpc>
                <a:spcBef>
                  <a:spcPts val="0"/>
                </a:spcBef>
                <a:spcAft>
                  <a:spcPts val="0"/>
                </a:spcAft>
                <a:buClrTx/>
                <a:buSzTx/>
                <a:buFontTx/>
                <a:buNone/>
                <a:tabLst/>
                <a:defRPr/>
              </a:pPr>
              <a:endParaRPr kumimoji="0" lang="en-US" sz="1364" b="0" i="0" u="none" strike="noStrike" kern="1200" cap="none" spc="0" normalizeH="0" baseline="0" noProof="0" dirty="0">
                <a:ln>
                  <a:noFill/>
                </a:ln>
                <a:solidFill>
                  <a:prstClr val="white">
                    <a:lumMod val="75000"/>
                  </a:prstClr>
                </a:solidFill>
                <a:effectLst/>
                <a:uLnTx/>
                <a:uFillTx/>
                <a:latin typeface="Trebuchet MS" pitchFamily="34" charset="0"/>
              </a:endParaRPr>
            </a:p>
          </p:txBody>
        </p:sp>
        <p:graphicFrame>
          <p:nvGraphicFramePr>
            <p:cNvPr id="56" name="Object 55"/>
            <p:cNvGraphicFramePr>
              <a:graphicFrameLocks noChangeAspect="1"/>
            </p:cNvGraphicFramePr>
            <p:nvPr userDrawn="1">
              <p:extLst>
                <p:ext uri="{D42A27DB-BD31-4B8C-83A1-F6EECF244321}">
                  <p14:modId xmlns:p14="http://schemas.microsoft.com/office/powerpoint/2010/main" val="262704017"/>
                </p:ext>
              </p:extLst>
            </p:nvPr>
          </p:nvGraphicFramePr>
          <p:xfrm>
            <a:off x="46915679" y="3349444"/>
            <a:ext cx="5586150" cy="2063772"/>
          </p:xfrm>
          <a:graphic>
            <a:graphicData uri="http://schemas.openxmlformats.org/presentationml/2006/ole">
              <mc:AlternateContent xmlns:mc="http://schemas.openxmlformats.org/markup-compatibility/2006">
                <mc:Choice xmlns:v="urn:schemas-microsoft-com:vml" Requires="v">
                  <p:oleObj name="Image" r:id="rId11" imgW="4571280" imgH="1688760" progId="Photoshop.Image.13">
                    <p:embed/>
                  </p:oleObj>
                </mc:Choice>
                <mc:Fallback>
                  <p:oleObj name="Image" r:id="rId11" imgW="4571280" imgH="1688760" progId="Photoshop.Image.13">
                    <p:embed/>
                    <p:pic>
                      <p:nvPicPr>
                        <p:cNvPr id="56" name="Object 55"/>
                        <p:cNvPicPr/>
                        <p:nvPr/>
                      </p:nvPicPr>
                      <p:blipFill>
                        <a:blip r:embed="rId12"/>
                        <a:stretch>
                          <a:fillRect/>
                        </a:stretch>
                      </p:blipFill>
                      <p:spPr>
                        <a:xfrm>
                          <a:off x="46915679" y="3349444"/>
                          <a:ext cx="5586150" cy="2063772"/>
                        </a:xfrm>
                        <a:prstGeom prst="rect">
                          <a:avLst/>
                        </a:prstGeom>
                      </p:spPr>
                    </p:pic>
                  </p:oleObj>
                </mc:Fallback>
              </mc:AlternateContent>
            </a:graphicData>
          </a:graphic>
        </p:graphicFrame>
        <p:pic>
          <p:nvPicPr>
            <p:cNvPr id="57" name="Picture 56"/>
            <p:cNvPicPr>
              <a:picLocks noChangeAspect="1"/>
            </p:cNvPicPr>
            <p:nvPr userDrawn="1"/>
          </p:nvPicPr>
          <p:blipFill>
            <a:blip r:embed="rId13"/>
            <a:stretch>
              <a:fillRect/>
            </a:stretch>
          </p:blipFill>
          <p:spPr>
            <a:xfrm>
              <a:off x="44621819" y="7740040"/>
              <a:ext cx="2969584" cy="1370577"/>
            </a:xfrm>
            <a:prstGeom prst="rect">
              <a:avLst/>
            </a:prstGeom>
            <a:ln>
              <a:noFill/>
            </a:ln>
          </p:spPr>
        </p:pic>
        <p:graphicFrame>
          <p:nvGraphicFramePr>
            <p:cNvPr id="58" name="Object 57"/>
            <p:cNvGraphicFramePr>
              <a:graphicFrameLocks noChangeAspect="1"/>
            </p:cNvGraphicFramePr>
            <p:nvPr userDrawn="1">
              <p:extLst>
                <p:ext uri="{D42A27DB-BD31-4B8C-83A1-F6EECF244321}">
                  <p14:modId xmlns:p14="http://schemas.microsoft.com/office/powerpoint/2010/main" val="2040245264"/>
                </p:ext>
              </p:extLst>
            </p:nvPr>
          </p:nvGraphicFramePr>
          <p:xfrm>
            <a:off x="44629619" y="12347263"/>
            <a:ext cx="1482266" cy="992162"/>
          </p:xfrm>
          <a:graphic>
            <a:graphicData uri="http://schemas.openxmlformats.org/presentationml/2006/ole">
              <mc:AlternateContent xmlns:mc="http://schemas.openxmlformats.org/markup-compatibility/2006">
                <mc:Choice xmlns:v="urn:schemas-microsoft-com:vml" Requires="v">
                  <p:oleObj name="Image" r:id="rId14" imgW="1574280" imgH="1053720" progId="Photoshop.Image.13">
                    <p:embed/>
                  </p:oleObj>
                </mc:Choice>
                <mc:Fallback>
                  <p:oleObj name="Image" r:id="rId14" imgW="1574280" imgH="1053720" progId="Photoshop.Image.13">
                    <p:embed/>
                    <p:pic>
                      <p:nvPicPr>
                        <p:cNvPr id="58" name="Object 57"/>
                        <p:cNvPicPr/>
                        <p:nvPr/>
                      </p:nvPicPr>
                      <p:blipFill>
                        <a:blip r:embed="rId15"/>
                        <a:stretch>
                          <a:fillRect/>
                        </a:stretch>
                      </p:blipFill>
                      <p:spPr>
                        <a:xfrm>
                          <a:off x="44629619" y="12347263"/>
                          <a:ext cx="1482266" cy="992162"/>
                        </a:xfrm>
                        <a:prstGeom prst="rect">
                          <a:avLst/>
                        </a:prstGeom>
                      </p:spPr>
                    </p:pic>
                  </p:oleObj>
                </mc:Fallback>
              </mc:AlternateContent>
            </a:graphicData>
          </a:graphic>
        </p:graphicFrame>
        <p:grpSp>
          <p:nvGrpSpPr>
            <p:cNvPr id="59" name="Group 58"/>
            <p:cNvGrpSpPr/>
            <p:nvPr userDrawn="1"/>
          </p:nvGrpSpPr>
          <p:grpSpPr>
            <a:xfrm>
              <a:off x="44487207" y="29414560"/>
              <a:ext cx="10354213" cy="1265612"/>
              <a:chOff x="44200453" y="28362386"/>
              <a:chExt cx="9771399" cy="1090622"/>
            </a:xfrm>
          </p:grpSpPr>
          <p:sp>
            <p:nvSpPr>
              <p:cNvPr id="61" name="Rounded Rectangle 60"/>
              <p:cNvSpPr/>
              <p:nvPr userDrawn="1"/>
            </p:nvSpPr>
            <p:spPr>
              <a:xfrm>
                <a:off x="44200453" y="28362386"/>
                <a:ext cx="9771398" cy="1090622"/>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18"/>
              </a:p>
            </p:txBody>
          </p:sp>
          <p:pic>
            <p:nvPicPr>
              <p:cNvPr id="62" name="Picture 7" descr="http://t2.gstatic.com/images?q=tbn:ANd9GcR4APHC6TT9w54M2zn_pvCiBxUNcspYPoVxirLRphBoJabfSvu7zw">
                <a:hlinkClick r:id="rId16"/>
              </p:cNvPr>
              <p:cNvPicPr>
                <a:picLocks noChangeAspect="1" noChangeArrowheads="1"/>
              </p:cNvPicPr>
              <p:nvPr userDrawn="1"/>
            </p:nvPicPr>
            <p:blipFill>
              <a:blip r:embed="rId17" cstate="print"/>
              <a:srcRect/>
              <a:stretch>
                <a:fillRect/>
              </a:stretch>
            </p:blipFill>
            <p:spPr bwMode="auto">
              <a:xfrm>
                <a:off x="44326393" y="28460718"/>
                <a:ext cx="914401" cy="914399"/>
              </a:xfrm>
              <a:prstGeom prst="rect">
                <a:avLst/>
              </a:prstGeom>
              <a:noFill/>
              <a:ln>
                <a:noFill/>
              </a:ln>
            </p:spPr>
          </p:pic>
          <p:sp>
            <p:nvSpPr>
              <p:cNvPr id="63" name="TextBox 62"/>
              <p:cNvSpPr txBox="1"/>
              <p:nvPr userDrawn="1"/>
            </p:nvSpPr>
            <p:spPr>
              <a:xfrm>
                <a:off x="45300663" y="28552305"/>
                <a:ext cx="8671189" cy="599843"/>
              </a:xfrm>
              <a:prstGeom prst="rect">
                <a:avLst/>
              </a:prstGeom>
              <a:noFill/>
              <a:ln>
                <a:noFill/>
              </a:ln>
            </p:spPr>
            <p:txBody>
              <a:bodyPr wrap="square" rtlCol="0">
                <a:spAutoFit/>
              </a:bodyPr>
              <a:lstStyle/>
              <a:p>
                <a:r>
                  <a:rPr lang="en-US" sz="1169" dirty="0">
                    <a:solidFill>
                      <a:schemeClr val="tx2"/>
                    </a:solidFill>
                    <a:latin typeface="Trebuchet MS" pitchFamily="34" charset="0"/>
                  </a:rPr>
                  <a:t>Student</a:t>
                </a:r>
                <a:r>
                  <a:rPr lang="en-US" sz="1169" baseline="0" dirty="0">
                    <a:solidFill>
                      <a:schemeClr val="tx2"/>
                    </a:solidFill>
                    <a:latin typeface="Trebuchet MS" pitchFamily="34" charset="0"/>
                  </a:rPr>
                  <a:t> discounts are available on our </a:t>
                </a:r>
                <a:r>
                  <a:rPr lang="en-US" sz="1169" baseline="0" dirty="0" err="1">
                    <a:solidFill>
                      <a:schemeClr val="tx2"/>
                    </a:solidFill>
                    <a:latin typeface="Trebuchet MS" pitchFamily="34" charset="0"/>
                  </a:rPr>
                  <a:t>Facebook</a:t>
                </a:r>
                <a:r>
                  <a:rPr lang="en-US" sz="1169" baseline="0" dirty="0">
                    <a:solidFill>
                      <a:schemeClr val="tx2"/>
                    </a:solidFill>
                    <a:latin typeface="Trebuchet MS" pitchFamily="34" charset="0"/>
                  </a:rPr>
                  <a:t> page.</a:t>
                </a:r>
                <a:br>
                  <a:rPr lang="en-US" sz="1169" baseline="0" dirty="0">
                    <a:solidFill>
                      <a:schemeClr val="tx2"/>
                    </a:solidFill>
                    <a:latin typeface="Trebuchet MS" pitchFamily="34" charset="0"/>
                  </a:rPr>
                </a:br>
                <a:r>
                  <a:rPr lang="en-US" sz="1169" baseline="0" dirty="0">
                    <a:solidFill>
                      <a:schemeClr val="tx2"/>
                    </a:solidFill>
                    <a:latin typeface="Trebuchet MS" pitchFamily="34" charset="0"/>
                  </a:rPr>
                  <a:t>Go to </a:t>
                </a:r>
                <a:r>
                  <a:rPr lang="en-US" sz="1169" u="sng" baseline="0" dirty="0">
                    <a:solidFill>
                      <a:schemeClr val="tx2"/>
                    </a:solidFill>
                    <a:latin typeface="Trebuchet MS" pitchFamily="34" charset="0"/>
                  </a:rPr>
                  <a:t>PosterPresentations.com</a:t>
                </a:r>
                <a:r>
                  <a:rPr lang="en-US" sz="1169" baseline="0" dirty="0">
                    <a:solidFill>
                      <a:schemeClr val="tx2"/>
                    </a:solidFill>
                    <a:latin typeface="Trebuchet MS" pitchFamily="34" charset="0"/>
                  </a:rPr>
                  <a:t> and click on the FB icon. </a:t>
                </a:r>
                <a:endParaRPr lang="en-US" sz="1169" dirty="0">
                  <a:solidFill>
                    <a:schemeClr val="tx2"/>
                  </a:solidFill>
                  <a:latin typeface="Trebuchet MS" pitchFamily="34" charset="0"/>
                </a:endParaRPr>
              </a:p>
            </p:txBody>
          </p:sp>
        </p:grpSp>
        <p:sp>
          <p:nvSpPr>
            <p:cNvPr id="60" name="TextBox 59"/>
            <p:cNvSpPr txBox="1"/>
            <p:nvPr userDrawn="1"/>
          </p:nvSpPr>
          <p:spPr>
            <a:xfrm>
              <a:off x="44262807" y="31169781"/>
              <a:ext cx="6870216" cy="1128071"/>
            </a:xfrm>
            <a:prstGeom prst="rect">
              <a:avLst/>
            </a:prstGeom>
            <a:noFill/>
          </p:spPr>
          <p:txBody>
            <a:bodyPr wrap="square" lIns="65304" tIns="32651" rIns="65304" bIns="32651" rtlCol="0">
              <a:spAutoFit/>
            </a:bodyPr>
            <a:lstStyle/>
            <a:p>
              <a:pPr>
                <a:lnSpc>
                  <a:spcPts val="1267"/>
                </a:lnSpc>
              </a:pPr>
              <a:r>
                <a:rPr lang="en-US" sz="1364" dirty="0">
                  <a:solidFill>
                    <a:schemeClr val="bg1"/>
                  </a:solidFill>
                </a:rPr>
                <a:t>© 2015</a:t>
              </a:r>
              <a:r>
                <a:rPr lang="en-US" sz="1364" baseline="0" dirty="0">
                  <a:solidFill>
                    <a:schemeClr val="bg1"/>
                  </a:solidFill>
                </a:rPr>
                <a:t> </a:t>
              </a:r>
              <a:r>
                <a:rPr lang="en-US" sz="1364" dirty="0">
                  <a:solidFill>
                    <a:schemeClr val="bg1"/>
                  </a:solidFill>
                </a:rPr>
                <a:t>PosterPresentations.com</a:t>
              </a:r>
              <a:br>
                <a:rPr lang="en-US" sz="1364" dirty="0">
                  <a:solidFill>
                    <a:schemeClr val="bg1"/>
                  </a:solidFill>
                </a:rPr>
              </a:br>
              <a:r>
                <a:rPr lang="en-US" sz="1364" dirty="0">
                  <a:solidFill>
                    <a:schemeClr val="bg1"/>
                  </a:solidFill>
                </a:rPr>
                <a:t>    </a:t>
              </a:r>
              <a:r>
                <a:rPr lang="en-US" sz="1169" dirty="0">
                  <a:solidFill>
                    <a:schemeClr val="bg1"/>
                  </a:solidFill>
                </a:rPr>
                <a:t>2117 Fourth Street ,</a:t>
              </a:r>
              <a:r>
                <a:rPr lang="en-US" sz="1169" baseline="0" dirty="0">
                  <a:solidFill>
                    <a:schemeClr val="bg1"/>
                  </a:solidFill>
                </a:rPr>
                <a:t> Unit C        </a:t>
              </a:r>
            </a:p>
            <a:p>
              <a:pPr>
                <a:lnSpc>
                  <a:spcPts val="1267"/>
                </a:lnSpc>
              </a:pPr>
              <a:r>
                <a:rPr lang="en-US" sz="1169" baseline="0" dirty="0">
                  <a:solidFill>
                    <a:schemeClr val="bg1"/>
                  </a:solidFill>
                </a:rPr>
                <a:t>     Berkeley CA </a:t>
              </a:r>
              <a:r>
                <a:rPr lang="en-US" sz="974" baseline="0" dirty="0">
                  <a:solidFill>
                    <a:schemeClr val="bg1"/>
                  </a:solidFill>
                </a:rPr>
                <a:t>94710</a:t>
              </a:r>
              <a:br>
                <a:rPr lang="en-US" sz="1169" baseline="0" dirty="0">
                  <a:solidFill>
                    <a:schemeClr val="bg1"/>
                  </a:solidFill>
                </a:rPr>
              </a:br>
              <a:r>
                <a:rPr lang="en-US" sz="1169" baseline="0" dirty="0">
                  <a:solidFill>
                    <a:schemeClr val="bg1"/>
                  </a:solidFill>
                </a:rPr>
                <a:t>    </a:t>
              </a:r>
              <a:r>
                <a:rPr lang="en-US" sz="1169" b="1" baseline="0" dirty="0">
                  <a:solidFill>
                    <a:srgbClr val="FFFF00"/>
                  </a:solidFill>
                </a:rPr>
                <a:t>posterpresenter@gmail.com</a:t>
              </a:r>
              <a:endParaRPr lang="en-US" sz="1364" b="1" dirty="0">
                <a:solidFill>
                  <a:srgbClr val="FFFF00"/>
                </a:solidFill>
              </a:endParaRPr>
            </a:p>
          </p:txBody>
        </p:sp>
      </p:grpSp>
    </p:spTree>
  </p:cSld>
  <p:clrMap bg1="lt1" tx1="dk1" bg2="lt2" tx2="dk2" accent1="accent1" accent2="accent2" accent3="accent3" accent4="accent4" accent5="accent5" accent6="accent6" hlink="hlink" folHlink="folHlink"/>
  <p:sldLayoutIdLst>
    <p:sldLayoutId id="2147483652" r:id="rId1"/>
  </p:sldLayoutIdLst>
  <p:txStyles>
    <p:titleStyle>
      <a:lvl1pPr algn="ctr" defTabSz="2138272" rtl="0" eaLnBrk="1" latinLnBrk="0" hangingPunct="1">
        <a:spcBef>
          <a:spcPct val="0"/>
        </a:spcBef>
        <a:buNone/>
        <a:defRPr sz="4287" kern="1200">
          <a:solidFill>
            <a:schemeClr val="bg1"/>
          </a:solidFill>
          <a:latin typeface="Trebuchet MS" pitchFamily="34" charset="0"/>
          <a:ea typeface="+mj-ea"/>
          <a:cs typeface="+mj-cs"/>
        </a:defRPr>
      </a:lvl1pPr>
    </p:titleStyle>
    <p:bodyStyle>
      <a:lvl1pPr marL="801852" indent="-801852" algn="l" defTabSz="2138272" rtl="0" eaLnBrk="1" latinLnBrk="0" hangingPunct="1">
        <a:spcBef>
          <a:spcPct val="20000"/>
        </a:spcBef>
        <a:buFont typeface="Arial" pitchFamily="34" charset="0"/>
        <a:buChar char="•"/>
        <a:defRPr sz="7503" kern="1200">
          <a:solidFill>
            <a:schemeClr val="tx1"/>
          </a:solidFill>
          <a:latin typeface="+mn-lt"/>
          <a:ea typeface="+mn-ea"/>
          <a:cs typeface="+mn-cs"/>
        </a:defRPr>
      </a:lvl1pPr>
      <a:lvl2pPr marL="1737346" indent="-668210" algn="l" defTabSz="2138272" rtl="0" eaLnBrk="1" latinLnBrk="0" hangingPunct="1">
        <a:spcBef>
          <a:spcPct val="20000"/>
        </a:spcBef>
        <a:buFont typeface="Arial" pitchFamily="34" charset="0"/>
        <a:buChar char="–"/>
        <a:defRPr sz="6577" kern="1200">
          <a:solidFill>
            <a:schemeClr val="tx1"/>
          </a:solidFill>
          <a:latin typeface="+mn-lt"/>
          <a:ea typeface="+mn-ea"/>
          <a:cs typeface="+mn-cs"/>
        </a:defRPr>
      </a:lvl2pPr>
      <a:lvl3pPr marL="2672841" indent="-534569" algn="l" defTabSz="2138272" rtl="0" eaLnBrk="1" latinLnBrk="0" hangingPunct="1">
        <a:spcBef>
          <a:spcPct val="20000"/>
        </a:spcBef>
        <a:buFont typeface="Arial" pitchFamily="34" charset="0"/>
        <a:buChar char="•"/>
        <a:defRPr sz="5652" kern="1200">
          <a:solidFill>
            <a:schemeClr val="tx1"/>
          </a:solidFill>
          <a:latin typeface="+mn-lt"/>
          <a:ea typeface="+mn-ea"/>
          <a:cs typeface="+mn-cs"/>
        </a:defRPr>
      </a:lvl3pPr>
      <a:lvl4pPr marL="3741977" indent="-534569" algn="l" defTabSz="2138272" rtl="0" eaLnBrk="1" latinLnBrk="0" hangingPunct="1">
        <a:spcBef>
          <a:spcPct val="20000"/>
        </a:spcBef>
        <a:buFont typeface="Arial" pitchFamily="34" charset="0"/>
        <a:buChar char="–"/>
        <a:defRPr sz="4677" kern="1200">
          <a:solidFill>
            <a:schemeClr val="tx1"/>
          </a:solidFill>
          <a:latin typeface="+mn-lt"/>
          <a:ea typeface="+mn-ea"/>
          <a:cs typeface="+mn-cs"/>
        </a:defRPr>
      </a:lvl4pPr>
      <a:lvl5pPr marL="4811113" indent="-534569" algn="l" defTabSz="2138272" rtl="0" eaLnBrk="1" latinLnBrk="0" hangingPunct="1">
        <a:spcBef>
          <a:spcPct val="20000"/>
        </a:spcBef>
        <a:buFont typeface="Arial" pitchFamily="34" charset="0"/>
        <a:buChar char="»"/>
        <a:defRPr sz="4677" kern="1200">
          <a:solidFill>
            <a:schemeClr val="tx1"/>
          </a:solidFill>
          <a:latin typeface="+mn-lt"/>
          <a:ea typeface="+mn-ea"/>
          <a:cs typeface="+mn-cs"/>
        </a:defRPr>
      </a:lvl5pPr>
      <a:lvl6pPr marL="5880249" indent="-534569" algn="l" defTabSz="2138272" rtl="0" eaLnBrk="1" latinLnBrk="0" hangingPunct="1">
        <a:spcBef>
          <a:spcPct val="20000"/>
        </a:spcBef>
        <a:buFont typeface="Arial" pitchFamily="34" charset="0"/>
        <a:buChar char="•"/>
        <a:defRPr sz="4677" kern="1200">
          <a:solidFill>
            <a:schemeClr val="tx1"/>
          </a:solidFill>
          <a:latin typeface="+mn-lt"/>
          <a:ea typeface="+mn-ea"/>
          <a:cs typeface="+mn-cs"/>
        </a:defRPr>
      </a:lvl6pPr>
      <a:lvl7pPr marL="6949385" indent="-534569" algn="l" defTabSz="2138272" rtl="0" eaLnBrk="1" latinLnBrk="0" hangingPunct="1">
        <a:spcBef>
          <a:spcPct val="20000"/>
        </a:spcBef>
        <a:buFont typeface="Arial" pitchFamily="34" charset="0"/>
        <a:buChar char="•"/>
        <a:defRPr sz="4677" kern="1200">
          <a:solidFill>
            <a:schemeClr val="tx1"/>
          </a:solidFill>
          <a:latin typeface="+mn-lt"/>
          <a:ea typeface="+mn-ea"/>
          <a:cs typeface="+mn-cs"/>
        </a:defRPr>
      </a:lvl7pPr>
      <a:lvl8pPr marL="8018521" indent="-534569" algn="l" defTabSz="2138272" rtl="0" eaLnBrk="1" latinLnBrk="0" hangingPunct="1">
        <a:spcBef>
          <a:spcPct val="20000"/>
        </a:spcBef>
        <a:buFont typeface="Arial" pitchFamily="34" charset="0"/>
        <a:buChar char="•"/>
        <a:defRPr sz="4677" kern="1200">
          <a:solidFill>
            <a:schemeClr val="tx1"/>
          </a:solidFill>
          <a:latin typeface="+mn-lt"/>
          <a:ea typeface="+mn-ea"/>
          <a:cs typeface="+mn-cs"/>
        </a:defRPr>
      </a:lvl8pPr>
      <a:lvl9pPr marL="9087657" indent="-534569" algn="l" defTabSz="2138272" rtl="0" eaLnBrk="1" latinLnBrk="0" hangingPunct="1">
        <a:spcBef>
          <a:spcPct val="20000"/>
        </a:spcBef>
        <a:buFont typeface="Arial" pitchFamily="34" charset="0"/>
        <a:buChar char="•"/>
        <a:defRPr sz="4677" kern="1200">
          <a:solidFill>
            <a:schemeClr val="tx1"/>
          </a:solidFill>
          <a:latin typeface="+mn-lt"/>
          <a:ea typeface="+mn-ea"/>
          <a:cs typeface="+mn-cs"/>
        </a:defRPr>
      </a:lvl9pPr>
    </p:bodyStyle>
    <p:otherStyle>
      <a:defPPr>
        <a:defRPr lang="en-US"/>
      </a:defPPr>
      <a:lvl1pPr marL="0" algn="l" defTabSz="2138272" rtl="0" eaLnBrk="1" latinLnBrk="0" hangingPunct="1">
        <a:defRPr sz="4190" kern="1200">
          <a:solidFill>
            <a:schemeClr val="tx1"/>
          </a:solidFill>
          <a:latin typeface="+mn-lt"/>
          <a:ea typeface="+mn-ea"/>
          <a:cs typeface="+mn-cs"/>
        </a:defRPr>
      </a:lvl1pPr>
      <a:lvl2pPr marL="1069137" algn="l" defTabSz="2138272" rtl="0" eaLnBrk="1" latinLnBrk="0" hangingPunct="1">
        <a:defRPr sz="4190" kern="1200">
          <a:solidFill>
            <a:schemeClr val="tx1"/>
          </a:solidFill>
          <a:latin typeface="+mn-lt"/>
          <a:ea typeface="+mn-ea"/>
          <a:cs typeface="+mn-cs"/>
        </a:defRPr>
      </a:lvl2pPr>
      <a:lvl3pPr marL="2138272" algn="l" defTabSz="2138272" rtl="0" eaLnBrk="1" latinLnBrk="0" hangingPunct="1">
        <a:defRPr sz="4190" kern="1200">
          <a:solidFill>
            <a:schemeClr val="tx1"/>
          </a:solidFill>
          <a:latin typeface="+mn-lt"/>
          <a:ea typeface="+mn-ea"/>
          <a:cs typeface="+mn-cs"/>
        </a:defRPr>
      </a:lvl3pPr>
      <a:lvl4pPr marL="3207409" algn="l" defTabSz="2138272" rtl="0" eaLnBrk="1" latinLnBrk="0" hangingPunct="1">
        <a:defRPr sz="4190" kern="1200">
          <a:solidFill>
            <a:schemeClr val="tx1"/>
          </a:solidFill>
          <a:latin typeface="+mn-lt"/>
          <a:ea typeface="+mn-ea"/>
          <a:cs typeface="+mn-cs"/>
        </a:defRPr>
      </a:lvl4pPr>
      <a:lvl5pPr marL="4276545" algn="l" defTabSz="2138272" rtl="0" eaLnBrk="1" latinLnBrk="0" hangingPunct="1">
        <a:defRPr sz="4190" kern="1200">
          <a:solidFill>
            <a:schemeClr val="tx1"/>
          </a:solidFill>
          <a:latin typeface="+mn-lt"/>
          <a:ea typeface="+mn-ea"/>
          <a:cs typeface="+mn-cs"/>
        </a:defRPr>
      </a:lvl5pPr>
      <a:lvl6pPr marL="5345681" algn="l" defTabSz="2138272" rtl="0" eaLnBrk="1" latinLnBrk="0" hangingPunct="1">
        <a:defRPr sz="4190" kern="1200">
          <a:solidFill>
            <a:schemeClr val="tx1"/>
          </a:solidFill>
          <a:latin typeface="+mn-lt"/>
          <a:ea typeface="+mn-ea"/>
          <a:cs typeface="+mn-cs"/>
        </a:defRPr>
      </a:lvl6pPr>
      <a:lvl7pPr marL="6414818" algn="l" defTabSz="2138272" rtl="0" eaLnBrk="1" latinLnBrk="0" hangingPunct="1">
        <a:defRPr sz="4190" kern="1200">
          <a:solidFill>
            <a:schemeClr val="tx1"/>
          </a:solidFill>
          <a:latin typeface="+mn-lt"/>
          <a:ea typeface="+mn-ea"/>
          <a:cs typeface="+mn-cs"/>
        </a:defRPr>
      </a:lvl7pPr>
      <a:lvl8pPr marL="7483953" algn="l" defTabSz="2138272" rtl="0" eaLnBrk="1" latinLnBrk="0" hangingPunct="1">
        <a:defRPr sz="4190" kern="1200">
          <a:solidFill>
            <a:schemeClr val="tx1"/>
          </a:solidFill>
          <a:latin typeface="+mn-lt"/>
          <a:ea typeface="+mn-ea"/>
          <a:cs typeface="+mn-cs"/>
        </a:defRPr>
      </a:lvl8pPr>
      <a:lvl9pPr marL="8553090" algn="l" defTabSz="2138272" rtl="0" eaLnBrk="1" latinLnBrk="0" hangingPunct="1">
        <a:defRPr sz="419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accent5">
                <a:lumMod val="50000"/>
              </a:schemeClr>
            </a:gs>
            <a:gs pos="34000">
              <a:schemeClr val="tx2">
                <a:lumMod val="40000"/>
                <a:lumOff val="60000"/>
              </a:schemeClr>
            </a:gs>
            <a:gs pos="100000">
              <a:schemeClr val="accent5">
                <a:lumMod val="20000"/>
                <a:lumOff val="80000"/>
              </a:schemeClr>
            </a:gs>
          </a:gsLst>
          <a:lin ang="16200000" scaled="1"/>
          <a:tileRect/>
        </a:gradFill>
        <a:effectLst/>
      </p:bgPr>
    </p:bg>
    <p:spTree>
      <p:nvGrpSpPr>
        <p:cNvPr id="1" name=""/>
        <p:cNvGrpSpPr/>
        <p:nvPr/>
      </p:nvGrpSpPr>
      <p:grpSpPr>
        <a:xfrm>
          <a:off x="0" y="0"/>
          <a:ext cx="0" cy="0"/>
          <a:chOff x="0" y="0"/>
          <a:chExt cx="0" cy="0"/>
        </a:xfrm>
      </p:grpSpPr>
      <p:sp>
        <p:nvSpPr>
          <p:cNvPr id="7" name="Rectangle 36"/>
          <p:cNvSpPr>
            <a:spLocks noChangeArrowheads="1"/>
          </p:cNvSpPr>
          <p:nvPr/>
        </p:nvSpPr>
        <p:spPr bwMode="auto">
          <a:xfrm>
            <a:off x="1" y="0"/>
            <a:ext cx="30275213" cy="3118445"/>
          </a:xfrm>
          <a:prstGeom prst="rect">
            <a:avLst/>
          </a:prstGeom>
          <a:solidFill>
            <a:schemeClr val="accent5">
              <a:lumMod val="75000"/>
            </a:schemeClr>
          </a:solidFill>
          <a:ln w="9525">
            <a:solidFill>
              <a:schemeClr val="tx1"/>
            </a:solidFill>
            <a:miter lim="800000"/>
            <a:headEnd/>
            <a:tailEnd/>
          </a:ln>
          <a:effectLst/>
        </p:spPr>
        <p:txBody>
          <a:bodyPr wrap="none" lIns="44547" tIns="22273" rIns="44547" bIns="22273" anchor="ctr"/>
          <a:lstStyle/>
          <a:p>
            <a:pPr>
              <a:defRPr/>
            </a:pPr>
            <a:endParaRPr lang="en-US" sz="2818" dirty="0"/>
          </a:p>
        </p:txBody>
      </p:sp>
      <p:sp>
        <p:nvSpPr>
          <p:cNvPr id="9" name="Rectangle 9"/>
          <p:cNvSpPr>
            <a:spLocks noChangeArrowheads="1"/>
          </p:cNvSpPr>
          <p:nvPr/>
        </p:nvSpPr>
        <p:spPr bwMode="auto">
          <a:xfrm>
            <a:off x="1" y="3121540"/>
            <a:ext cx="30275213" cy="98998"/>
          </a:xfrm>
          <a:prstGeom prst="rect">
            <a:avLst/>
          </a:prstGeom>
          <a:solidFill>
            <a:schemeClr val="accent5">
              <a:lumMod val="50000"/>
            </a:schemeClr>
          </a:solidFill>
          <a:ln w="152400">
            <a:noFill/>
            <a:miter lim="800000"/>
            <a:headEnd/>
            <a:tailEnd/>
          </a:ln>
          <a:effectLst/>
        </p:spPr>
        <p:txBody>
          <a:bodyPr wrap="none" lIns="44547" tIns="22273" rIns="44547" bIns="22273" anchor="ctr"/>
          <a:lstStyle/>
          <a:p>
            <a:pPr>
              <a:defRPr/>
            </a:pPr>
            <a:endParaRPr lang="en-US" sz="2818" dirty="0"/>
          </a:p>
        </p:txBody>
      </p:sp>
      <p:cxnSp>
        <p:nvCxnSpPr>
          <p:cNvPr id="38" name="Straight Connector 37"/>
          <p:cNvCxnSpPr/>
          <p:nvPr/>
        </p:nvCxnSpPr>
        <p:spPr>
          <a:xfrm flipV="1">
            <a:off x="-9620068" y="7487308"/>
            <a:ext cx="9365426" cy="531"/>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21" name="Rounded Rectangle 20"/>
          <p:cNvSpPr/>
          <p:nvPr userDrawn="1"/>
        </p:nvSpPr>
        <p:spPr>
          <a:xfrm>
            <a:off x="636210" y="3502627"/>
            <a:ext cx="9365426" cy="17368008"/>
          </a:xfrm>
          <a:prstGeom prst="roundRect">
            <a:avLst>
              <a:gd name="adj" fmla="val 3290"/>
            </a:avLst>
          </a:prstGeom>
          <a:gradFill>
            <a:gsLst>
              <a:gs pos="0">
                <a:srgbClr val="CDD2DE"/>
              </a:gs>
              <a:gs pos="0">
                <a:schemeClr val="tx2">
                  <a:lumMod val="40000"/>
                  <a:lumOff val="60000"/>
                </a:schemeClr>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18"/>
          </a:p>
        </p:txBody>
      </p:sp>
      <p:sp>
        <p:nvSpPr>
          <p:cNvPr id="22" name="Rounded Rectangle 21"/>
          <p:cNvSpPr/>
          <p:nvPr userDrawn="1"/>
        </p:nvSpPr>
        <p:spPr>
          <a:xfrm>
            <a:off x="10453253" y="3502627"/>
            <a:ext cx="9365426" cy="17368008"/>
          </a:xfrm>
          <a:prstGeom prst="roundRect">
            <a:avLst>
              <a:gd name="adj" fmla="val 3524"/>
            </a:avLst>
          </a:prstGeom>
          <a:gradFill>
            <a:gsLst>
              <a:gs pos="0">
                <a:srgbClr val="CDD2DE"/>
              </a:gs>
              <a:gs pos="0">
                <a:schemeClr val="tx2">
                  <a:lumMod val="40000"/>
                  <a:lumOff val="60000"/>
                </a:schemeClr>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18"/>
          </a:p>
        </p:txBody>
      </p:sp>
      <p:sp>
        <p:nvSpPr>
          <p:cNvPr id="23" name="Rounded Rectangle 22"/>
          <p:cNvSpPr/>
          <p:nvPr userDrawn="1"/>
        </p:nvSpPr>
        <p:spPr>
          <a:xfrm>
            <a:off x="20270298" y="3502627"/>
            <a:ext cx="9365426" cy="17368008"/>
          </a:xfrm>
          <a:prstGeom prst="roundRect">
            <a:avLst>
              <a:gd name="adj" fmla="val 3290"/>
            </a:avLst>
          </a:prstGeom>
          <a:gradFill>
            <a:gsLst>
              <a:gs pos="0">
                <a:srgbClr val="CDD2DE"/>
              </a:gs>
              <a:gs pos="0">
                <a:schemeClr val="tx2">
                  <a:lumMod val="40000"/>
                  <a:lumOff val="60000"/>
                </a:schemeClr>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18"/>
          </a:p>
        </p:txBody>
      </p:sp>
      <p:grpSp>
        <p:nvGrpSpPr>
          <p:cNvPr id="44" name="Group 43"/>
          <p:cNvGrpSpPr/>
          <p:nvPr userDrawn="1"/>
        </p:nvGrpSpPr>
        <p:grpSpPr>
          <a:xfrm>
            <a:off x="30459135" y="-35769"/>
            <a:ext cx="7630428" cy="21419395"/>
            <a:chOff x="44157839" y="-55065"/>
            <a:chExt cx="11062139" cy="32973465"/>
          </a:xfrm>
        </p:grpSpPr>
        <p:sp>
          <p:nvSpPr>
            <p:cNvPr id="45" name="Rectangle 44"/>
            <p:cNvSpPr/>
            <p:nvPr userDrawn="1"/>
          </p:nvSpPr>
          <p:spPr>
            <a:xfrm>
              <a:off x="44157839" y="-55065"/>
              <a:ext cx="11062139" cy="32973465"/>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tIns="457200" rIns="457200" bIns="0" rtlCol="0" anchor="t" anchorCtr="0"/>
            <a:lstStyle/>
            <a:p>
              <a:pPr algn="ctr"/>
              <a:r>
                <a:rPr lang="en-US" sz="1949" b="1" spc="292" dirty="0">
                  <a:solidFill>
                    <a:schemeClr val="bg1"/>
                  </a:solidFill>
                  <a:latin typeface="Trebuchet MS" pitchFamily="34" charset="0"/>
                </a:rPr>
                <a:t>QUICK START (cont.)</a:t>
              </a:r>
            </a:p>
            <a:p>
              <a:pPr algn="ctr"/>
              <a:endParaRPr lang="en-US" sz="1754" b="1" baseline="0" dirty="0">
                <a:solidFill>
                  <a:schemeClr val="bg1"/>
                </a:solidFill>
                <a:latin typeface="Trebuchet MS" pitchFamily="34" charset="0"/>
              </a:endParaRPr>
            </a:p>
            <a:p>
              <a:pPr algn="ctr"/>
              <a:r>
                <a:rPr lang="en-US" sz="1559" b="1" baseline="0" dirty="0">
                  <a:solidFill>
                    <a:srgbClr val="FFC000"/>
                  </a:solidFill>
                  <a:latin typeface="Trebuchet MS" pitchFamily="34" charset="0"/>
                </a:rPr>
                <a:t>How to change the template color theme</a:t>
              </a:r>
            </a:p>
            <a:p>
              <a:pPr marL="0" marR="0" lvl="2" indent="0" algn="l" defTabSz="55687" rtl="0" eaLnBrk="1" fontAlgn="auto" latinLnBrk="0" hangingPunct="1">
                <a:lnSpc>
                  <a:spcPct val="100000"/>
                </a:lnSpc>
                <a:spcBef>
                  <a:spcPts val="0"/>
                </a:spcBef>
                <a:spcAft>
                  <a:spcPts val="0"/>
                </a:spcAft>
                <a:buClrTx/>
                <a:buSzTx/>
                <a:buFontTx/>
                <a:buNone/>
                <a:tabLst/>
                <a:defRPr/>
              </a:pPr>
              <a:r>
                <a:rPr lang="en-US" sz="1169" b="0" baseline="0" dirty="0">
                  <a:solidFill>
                    <a:schemeClr val="bg1">
                      <a:lumMod val="75000"/>
                    </a:schemeClr>
                  </a:solidFill>
                  <a:latin typeface="Trebuchet MS" pitchFamily="34" charset="0"/>
                </a:rPr>
                <a:t>You can easily change the color theme of your poster by going to the DESIGN menu, click on COLORS, and choose the color theme of your choice. You can </a:t>
              </a:r>
              <a:r>
                <a:rPr lang="en-US" sz="1169" b="0" spc="0" baseline="0" dirty="0">
                  <a:solidFill>
                    <a:schemeClr val="bg1">
                      <a:lumMod val="75000"/>
                    </a:schemeClr>
                  </a:solidFill>
                  <a:latin typeface="Trebuchet MS" pitchFamily="34" charset="0"/>
                </a:rPr>
                <a:t>also create your own color theme.</a:t>
              </a:r>
            </a:p>
            <a:p>
              <a:pPr marL="0" marR="0" lvl="2" indent="0" algn="l" defTabSz="55687" rtl="0" eaLnBrk="1" fontAlgn="auto" latinLnBrk="0" hangingPunct="1">
                <a:lnSpc>
                  <a:spcPct val="100000"/>
                </a:lnSpc>
                <a:spcBef>
                  <a:spcPts val="0"/>
                </a:spcBef>
                <a:spcAft>
                  <a:spcPts val="0"/>
                </a:spcAft>
                <a:buClrTx/>
                <a:buSzTx/>
                <a:buFontTx/>
                <a:buNone/>
                <a:tabLst/>
                <a:defRPr/>
              </a:pPr>
              <a:endParaRPr lang="en-US" sz="1169" b="0" baseline="0" dirty="0">
                <a:solidFill>
                  <a:schemeClr val="bg1">
                    <a:lumMod val="75000"/>
                  </a:schemeClr>
                </a:solidFill>
                <a:latin typeface="Trebuchet MS" pitchFamily="34" charset="0"/>
              </a:endParaRPr>
            </a:p>
            <a:p>
              <a:pPr marL="0" indent="0" algn="l" defTabSz="55687"/>
              <a:endParaRPr lang="en-US" sz="1169" b="0" baseline="0" dirty="0">
                <a:solidFill>
                  <a:schemeClr val="bg1">
                    <a:lumMod val="75000"/>
                  </a:schemeClr>
                </a:solidFill>
                <a:latin typeface="Trebuchet MS" pitchFamily="34" charset="0"/>
              </a:endParaRPr>
            </a:p>
            <a:p>
              <a:pPr marL="0" indent="0" algn="l" defTabSz="55687"/>
              <a:endParaRPr lang="en-US" sz="1169" b="0" baseline="0" dirty="0">
                <a:solidFill>
                  <a:schemeClr val="bg1">
                    <a:lumMod val="75000"/>
                  </a:schemeClr>
                </a:solidFill>
                <a:latin typeface="Trebuchet MS" pitchFamily="34" charset="0"/>
              </a:endParaRPr>
            </a:p>
            <a:p>
              <a:pPr marL="0" indent="0" algn="l" defTabSz="55687"/>
              <a:endParaRPr lang="en-US" sz="1169" b="0" baseline="0" dirty="0">
                <a:solidFill>
                  <a:schemeClr val="bg1">
                    <a:lumMod val="75000"/>
                  </a:schemeClr>
                </a:solidFill>
                <a:latin typeface="Trebuchet MS" pitchFamily="34" charset="0"/>
              </a:endParaRPr>
            </a:p>
            <a:p>
              <a:pPr marL="0" indent="0" algn="l" defTabSz="55687"/>
              <a:endParaRPr lang="en-US" sz="1169" b="0" baseline="0" dirty="0">
                <a:solidFill>
                  <a:schemeClr val="bg1">
                    <a:lumMod val="75000"/>
                  </a:schemeClr>
                </a:solidFill>
                <a:latin typeface="Trebuchet MS" pitchFamily="34" charset="0"/>
              </a:endParaRPr>
            </a:p>
            <a:p>
              <a:pPr marL="0" indent="0" algn="l" defTabSz="55687"/>
              <a:endParaRPr lang="en-US" sz="1169" b="0" baseline="0" dirty="0">
                <a:solidFill>
                  <a:schemeClr val="bg1">
                    <a:lumMod val="75000"/>
                  </a:schemeClr>
                </a:solidFill>
                <a:latin typeface="Trebuchet MS" pitchFamily="34" charset="0"/>
              </a:endParaRPr>
            </a:p>
            <a:p>
              <a:pPr marL="0" indent="0" algn="l" defTabSz="55687"/>
              <a:endParaRPr lang="en-US" sz="1169" b="0" baseline="0" dirty="0">
                <a:solidFill>
                  <a:schemeClr val="bg1">
                    <a:lumMod val="75000"/>
                  </a:schemeClr>
                </a:solidFill>
                <a:latin typeface="Trebuchet MS" pitchFamily="34" charset="0"/>
              </a:endParaRPr>
            </a:p>
            <a:p>
              <a:pPr marL="0" indent="0" algn="l" defTabSz="55687"/>
              <a:r>
                <a:rPr lang="en-US" sz="1169" b="0" baseline="0" dirty="0">
                  <a:solidFill>
                    <a:schemeClr val="bg1">
                      <a:lumMod val="75000"/>
                    </a:schemeClr>
                  </a:solidFill>
                  <a:latin typeface="Trebuchet MS" pitchFamily="34" charset="0"/>
                </a:rPr>
                <a:t>You can also manually change the color of your background by going to VIEW &gt; SLIDE MASTER.  After you finish working on the master be sure to go to VIEW &gt; NORMAL to continue working on your poster.</a:t>
              </a:r>
            </a:p>
            <a:p>
              <a:pPr marL="0" indent="0" algn="l" defTabSz="55687"/>
              <a:endParaRPr lang="en-US" sz="1169" b="0" baseline="0" dirty="0">
                <a:solidFill>
                  <a:schemeClr val="bg1">
                    <a:lumMod val="75000"/>
                  </a:schemeClr>
                </a:solidFill>
                <a:latin typeface="Trebuchet MS" pitchFamily="34" charset="0"/>
              </a:endParaRPr>
            </a:p>
            <a:p>
              <a:pPr algn="ctr"/>
              <a:r>
                <a:rPr lang="en-US" sz="1559" b="1" baseline="0" dirty="0">
                  <a:solidFill>
                    <a:srgbClr val="FFC000"/>
                  </a:solidFill>
                  <a:latin typeface="Trebuchet MS" pitchFamily="34" charset="0"/>
                </a:rPr>
                <a:t>How to add Text</a:t>
              </a:r>
            </a:p>
            <a:p>
              <a:pPr marL="1590946" lvl="2" indent="0" algn="l" defTabSz="55687"/>
              <a:r>
                <a:rPr lang="en-US" sz="1169" b="0" baseline="0" dirty="0">
                  <a:solidFill>
                    <a:schemeClr val="bg1">
                      <a:lumMod val="75000"/>
                    </a:schemeClr>
                  </a:solidFill>
                  <a:latin typeface="Trebuchet MS" pitchFamily="34" charset="0"/>
                </a:rPr>
                <a:t>The template comes with a number of pre-formatted placeholders for headers and text blocks. You can add more blocks by copying and pasting the existing ones or by adding a text box from the HOME menu. </a:t>
              </a:r>
            </a:p>
            <a:p>
              <a:pPr marL="739736" lvl="2" indent="0" algn="l" defTabSz="55687"/>
              <a:endParaRPr lang="en-US" sz="1169" b="0" baseline="0" dirty="0">
                <a:solidFill>
                  <a:schemeClr val="bg1">
                    <a:lumMod val="75000"/>
                  </a:schemeClr>
                </a:solidFill>
                <a:latin typeface="Trebuchet MS" pitchFamily="34" charset="0"/>
              </a:endParaRPr>
            </a:p>
            <a:p>
              <a:pPr marL="0" marR="0" lvl="0" indent="0" algn="ctr" defTabSz="739736" rtl="0" eaLnBrk="1" fontAlgn="auto" latinLnBrk="0" hangingPunct="1">
                <a:lnSpc>
                  <a:spcPct val="100000"/>
                </a:lnSpc>
                <a:spcBef>
                  <a:spcPts val="0"/>
                </a:spcBef>
                <a:spcAft>
                  <a:spcPts val="0"/>
                </a:spcAft>
                <a:buClrTx/>
                <a:buSzTx/>
                <a:buFontTx/>
                <a:buNone/>
                <a:tabLst/>
                <a:defRPr/>
              </a:pPr>
              <a:r>
                <a:rPr lang="en-US" sz="1169" b="0" baseline="0" dirty="0">
                  <a:solidFill>
                    <a:schemeClr val="bg1">
                      <a:lumMod val="75000"/>
                    </a:schemeClr>
                  </a:solidFill>
                  <a:latin typeface="Trebuchet MS" pitchFamily="34" charset="0"/>
                </a:rPr>
                <a:t> </a:t>
              </a:r>
              <a:r>
                <a:rPr kumimoji="0" lang="en-US" sz="1559" b="1" i="0" u="none" strike="noStrike" kern="1200" cap="none" spc="0" normalizeH="0" baseline="0" noProof="0" dirty="0">
                  <a:ln>
                    <a:noFill/>
                  </a:ln>
                  <a:solidFill>
                    <a:srgbClr val="FFC000"/>
                  </a:solidFill>
                  <a:effectLst/>
                  <a:uLnTx/>
                  <a:uFillTx/>
                  <a:latin typeface="Trebuchet MS" pitchFamily="34" charset="0"/>
                </a:rPr>
                <a:t>Text size</a:t>
              </a:r>
            </a:p>
            <a:p>
              <a:pPr marL="0" marR="0" lvl="0" indent="0" algn="l" defTabSz="55687" rtl="0" eaLnBrk="1" fontAlgn="auto" latinLnBrk="0" hangingPunct="1">
                <a:lnSpc>
                  <a:spcPct val="100000"/>
                </a:lnSpc>
                <a:spcBef>
                  <a:spcPts val="0"/>
                </a:spcBef>
                <a:spcAft>
                  <a:spcPts val="0"/>
                </a:spcAft>
                <a:buClrTx/>
                <a:buSzTx/>
                <a:buFontTx/>
                <a:buNone/>
                <a:tabLst/>
                <a:defRPr/>
              </a:pPr>
              <a:r>
                <a:rPr kumimoji="0" lang="en-US" sz="1169" b="0" i="0" u="none" strike="noStrike" kern="1200" cap="none" spc="0" normalizeH="0" baseline="0" noProof="0" dirty="0">
                  <a:ln>
                    <a:noFill/>
                  </a:ln>
                  <a:solidFill>
                    <a:prstClr val="white">
                      <a:lumMod val="75000"/>
                    </a:prstClr>
                  </a:solidFill>
                  <a:effectLst/>
                  <a:uLnTx/>
                  <a:uFillTx/>
                  <a:latin typeface="Trebuchet MS" pitchFamily="34" charset="0"/>
                </a:rPr>
                <a:t>Adjust the size of your text based on how much content you have to present. The default template text offers a good starting point. Follow the conference requirements.</a:t>
              </a:r>
              <a:endParaRPr lang="en-US" sz="1169" b="0" baseline="0" dirty="0">
                <a:solidFill>
                  <a:schemeClr val="bg1">
                    <a:lumMod val="75000"/>
                  </a:schemeClr>
                </a:solidFill>
                <a:latin typeface="Trebuchet MS" pitchFamily="34" charset="0"/>
              </a:endParaRPr>
            </a:p>
            <a:p>
              <a:pPr marL="739736" lvl="2" indent="0" algn="l" defTabSz="55687"/>
              <a:endParaRPr lang="en-US" sz="1169" b="0" baseline="0" dirty="0">
                <a:solidFill>
                  <a:schemeClr val="bg1">
                    <a:lumMod val="75000"/>
                  </a:schemeClr>
                </a:solidFill>
                <a:latin typeface="Trebuchet MS" pitchFamily="34" charset="0"/>
              </a:endParaRPr>
            </a:p>
            <a:p>
              <a:pPr algn="ctr"/>
              <a:r>
                <a:rPr lang="en-US" sz="1559" b="1" baseline="0" dirty="0">
                  <a:solidFill>
                    <a:srgbClr val="FFC000"/>
                  </a:solidFill>
                  <a:latin typeface="Trebuchet MS" pitchFamily="34" charset="0"/>
                </a:rPr>
                <a:t>How to add Tables</a:t>
              </a:r>
            </a:p>
            <a:p>
              <a:pPr marL="843039" lvl="1" indent="0" algn="l" defTabSz="55687"/>
              <a:r>
                <a:rPr lang="en-US" sz="1169" b="0" baseline="0" dirty="0">
                  <a:solidFill>
                    <a:schemeClr val="bg1">
                      <a:lumMod val="75000"/>
                    </a:schemeClr>
                  </a:solidFill>
                  <a:latin typeface="Trebuchet MS" pitchFamily="34" charset="0"/>
                </a:rPr>
                <a:t>To add a table from scratch go to the INSERT menu and </a:t>
              </a:r>
              <a:br>
                <a:rPr lang="en-US" sz="1169" b="0" baseline="0" dirty="0">
                  <a:solidFill>
                    <a:schemeClr val="bg1">
                      <a:lumMod val="75000"/>
                    </a:schemeClr>
                  </a:solidFill>
                  <a:latin typeface="Trebuchet MS" pitchFamily="34" charset="0"/>
                </a:rPr>
              </a:br>
              <a:r>
                <a:rPr lang="en-US" sz="1169" b="0" baseline="0" dirty="0">
                  <a:solidFill>
                    <a:schemeClr val="bg1">
                      <a:lumMod val="75000"/>
                    </a:schemeClr>
                  </a:solidFill>
                  <a:latin typeface="Trebuchet MS" pitchFamily="34" charset="0"/>
                </a:rPr>
                <a:t>click on TABLE. A drop-down box will help you select rows and columns. </a:t>
              </a:r>
            </a:p>
            <a:p>
              <a:pPr marL="0" lvl="0" indent="0" algn="l" defTabSz="55687"/>
              <a:r>
                <a:rPr lang="en-US" sz="1169" b="0" baseline="0" dirty="0">
                  <a:solidFill>
                    <a:schemeClr val="bg1">
                      <a:lumMod val="75000"/>
                    </a:schemeClr>
                  </a:solidFill>
                  <a:latin typeface="Trebuchet MS" pitchFamily="34" charset="0"/>
                </a:rPr>
                <a:t>You can also copy and a paste a table from Word or another PowerPoint document. A pasted table may need to be re-formatted by RIGHT-CLICK &gt; FORMAT SHAPE, TEXT BOX, Margins.</a:t>
              </a:r>
            </a:p>
            <a:p>
              <a:pPr marL="0" lvl="0" indent="0" algn="l" defTabSz="55687"/>
              <a:endParaRPr lang="en-US" sz="1169" b="0" baseline="0" dirty="0">
                <a:solidFill>
                  <a:schemeClr val="bg1">
                    <a:lumMod val="75000"/>
                  </a:schemeClr>
                </a:solidFill>
                <a:latin typeface="Trebuchet MS" pitchFamily="34" charset="0"/>
              </a:endParaRPr>
            </a:p>
            <a:p>
              <a:pPr marL="0" marR="0" lvl="0" indent="0" algn="ctr" defTabSz="739736" rtl="0" eaLnBrk="1" fontAlgn="auto" latinLnBrk="0" hangingPunct="1">
                <a:lnSpc>
                  <a:spcPct val="100000"/>
                </a:lnSpc>
                <a:spcBef>
                  <a:spcPts val="0"/>
                </a:spcBef>
                <a:spcAft>
                  <a:spcPts val="0"/>
                </a:spcAft>
                <a:buClrTx/>
                <a:buSzTx/>
                <a:buFontTx/>
                <a:buNone/>
                <a:tabLst/>
                <a:defRPr/>
              </a:pPr>
              <a:r>
                <a:rPr kumimoji="0" lang="en-US" sz="1559" b="1" i="0" u="none" strike="noStrike" kern="1200" cap="none" spc="0" normalizeH="0" baseline="0" noProof="0" dirty="0">
                  <a:ln>
                    <a:noFill/>
                  </a:ln>
                  <a:solidFill>
                    <a:srgbClr val="FFC000"/>
                  </a:solidFill>
                  <a:effectLst/>
                  <a:uLnTx/>
                  <a:uFillTx/>
                  <a:latin typeface="Trebuchet MS" pitchFamily="34" charset="0"/>
                </a:rPr>
                <a:t>Graphs / Charts</a:t>
              </a:r>
            </a:p>
            <a:p>
              <a:pPr marL="0" marR="0" lvl="0" indent="0" algn="l" defTabSz="55687" rtl="0" eaLnBrk="1" fontAlgn="auto" latinLnBrk="0" hangingPunct="1">
                <a:lnSpc>
                  <a:spcPct val="100000"/>
                </a:lnSpc>
                <a:spcBef>
                  <a:spcPts val="0"/>
                </a:spcBef>
                <a:spcAft>
                  <a:spcPts val="0"/>
                </a:spcAft>
                <a:buClrTx/>
                <a:buSzTx/>
                <a:buFontTx/>
                <a:buNone/>
                <a:tabLst/>
                <a:defRPr/>
              </a:pPr>
              <a:r>
                <a:rPr kumimoji="0" lang="en-US" sz="1169" b="0" i="0" u="none" strike="noStrike" kern="1200" cap="none" spc="0" normalizeH="0" baseline="0" noProof="0" dirty="0">
                  <a:ln>
                    <a:noFill/>
                  </a:ln>
                  <a:solidFill>
                    <a:prstClr val="white">
                      <a:lumMod val="75000"/>
                    </a:prstClr>
                  </a:solidFill>
                  <a:effectLst/>
                  <a:uLnTx/>
                  <a:uFillTx/>
                  <a:latin typeface="Trebuchet MS" pitchFamily="34" charset="0"/>
                </a:rPr>
                <a:t>You can simply copy and paste charts and graphs from Excel or Word. Some reformatting may be required depending on how the original document has been created.</a:t>
              </a:r>
            </a:p>
            <a:p>
              <a:pPr marL="0" marR="0" lvl="0" indent="0" algn="l" defTabSz="55687" rtl="0" eaLnBrk="1" fontAlgn="auto" latinLnBrk="0" hangingPunct="1">
                <a:lnSpc>
                  <a:spcPct val="100000"/>
                </a:lnSpc>
                <a:spcBef>
                  <a:spcPts val="0"/>
                </a:spcBef>
                <a:spcAft>
                  <a:spcPts val="0"/>
                </a:spcAft>
                <a:buClrTx/>
                <a:buSzTx/>
                <a:buFontTx/>
                <a:buNone/>
                <a:tabLst/>
                <a:defRPr/>
              </a:pPr>
              <a:endParaRPr kumimoji="0" lang="en-US" sz="1169" b="0" i="0" u="none" strike="noStrike" kern="1200" cap="none" spc="0" normalizeH="0" baseline="0" noProof="0" dirty="0">
                <a:ln>
                  <a:noFill/>
                </a:ln>
                <a:solidFill>
                  <a:prstClr val="white">
                    <a:lumMod val="75000"/>
                  </a:prstClr>
                </a:solidFill>
                <a:effectLst/>
                <a:uLnTx/>
                <a:uFillTx/>
                <a:latin typeface="Trebuchet MS" pitchFamily="34" charset="0"/>
              </a:endParaRPr>
            </a:p>
            <a:p>
              <a:pPr marL="0" marR="0" lvl="0" indent="0" algn="ctr" defTabSz="739736" rtl="0" eaLnBrk="1" fontAlgn="auto" latinLnBrk="0" hangingPunct="1">
                <a:lnSpc>
                  <a:spcPct val="100000"/>
                </a:lnSpc>
                <a:spcBef>
                  <a:spcPts val="0"/>
                </a:spcBef>
                <a:spcAft>
                  <a:spcPts val="0"/>
                </a:spcAft>
                <a:buClrTx/>
                <a:buSzTx/>
                <a:buFontTx/>
                <a:buNone/>
                <a:tabLst/>
                <a:defRPr/>
              </a:pPr>
              <a:r>
                <a:rPr kumimoji="0" lang="en-US" sz="1559" b="1" i="0" u="none" strike="noStrike" kern="1200" cap="none" spc="0" normalizeH="0" baseline="0" noProof="0" dirty="0">
                  <a:ln>
                    <a:noFill/>
                  </a:ln>
                  <a:solidFill>
                    <a:srgbClr val="FFC000"/>
                  </a:solidFill>
                  <a:effectLst/>
                  <a:uLnTx/>
                  <a:uFillTx/>
                  <a:latin typeface="Trebuchet MS" pitchFamily="34" charset="0"/>
                </a:rPr>
                <a:t>How to change the column configuration</a:t>
              </a:r>
            </a:p>
            <a:p>
              <a:pPr marL="0" marR="0" lvl="0" indent="0" algn="l" defTabSz="55687" rtl="0" eaLnBrk="1" fontAlgn="auto" latinLnBrk="0" hangingPunct="1">
                <a:lnSpc>
                  <a:spcPct val="100000"/>
                </a:lnSpc>
                <a:spcBef>
                  <a:spcPts val="0"/>
                </a:spcBef>
                <a:spcAft>
                  <a:spcPts val="0"/>
                </a:spcAft>
                <a:buClrTx/>
                <a:buSzTx/>
                <a:buFontTx/>
                <a:buNone/>
                <a:tabLst/>
                <a:defRPr/>
              </a:pPr>
              <a:r>
                <a:rPr kumimoji="0" lang="en-US" sz="1169" b="0" i="0" u="none" strike="noStrike" kern="1200" cap="none" spc="0" normalizeH="0" baseline="0" noProof="0" dirty="0">
                  <a:ln>
                    <a:noFill/>
                  </a:ln>
                  <a:solidFill>
                    <a:prstClr val="white">
                      <a:lumMod val="75000"/>
                    </a:prstClr>
                  </a:solidFill>
                  <a:effectLst/>
                  <a:uLnTx/>
                  <a:uFillTx/>
                  <a:latin typeface="Trebuchet MS" pitchFamily="34" charset="0"/>
                </a:rPr>
                <a:t>RIGHT-CLICK on the poster background and select LAYOUT to see the column options available for this template. The poster columns can also be customized on the Master. VIEW &gt; MASTER.</a:t>
              </a:r>
            </a:p>
            <a:p>
              <a:pPr marL="0" marR="0" lvl="0" indent="0" algn="ctr" defTabSz="739736" rtl="0" eaLnBrk="1" fontAlgn="auto" latinLnBrk="0" hangingPunct="1">
                <a:lnSpc>
                  <a:spcPct val="100000"/>
                </a:lnSpc>
                <a:spcBef>
                  <a:spcPts val="0"/>
                </a:spcBef>
                <a:spcAft>
                  <a:spcPts val="0"/>
                </a:spcAft>
                <a:buClrTx/>
                <a:buSzTx/>
                <a:buFontTx/>
                <a:buNone/>
                <a:tabLst/>
                <a:defRPr/>
              </a:pPr>
              <a:endParaRPr kumimoji="0" lang="en-US" sz="1559" b="1" i="0" u="none" strike="noStrike" kern="1200" cap="none" spc="0" normalizeH="0" baseline="0" noProof="0" dirty="0">
                <a:ln>
                  <a:noFill/>
                </a:ln>
                <a:solidFill>
                  <a:srgbClr val="FFC000"/>
                </a:solidFill>
                <a:effectLst/>
                <a:uLnTx/>
                <a:uFillTx/>
                <a:latin typeface="Trebuchet MS" pitchFamily="34" charset="0"/>
              </a:endParaRPr>
            </a:p>
            <a:p>
              <a:pPr marL="0" marR="0" lvl="0" indent="0" algn="ctr" defTabSz="739736" rtl="0" eaLnBrk="1" fontAlgn="auto" latinLnBrk="0" hangingPunct="1">
                <a:lnSpc>
                  <a:spcPct val="100000"/>
                </a:lnSpc>
                <a:spcBef>
                  <a:spcPts val="0"/>
                </a:spcBef>
                <a:spcAft>
                  <a:spcPts val="0"/>
                </a:spcAft>
                <a:buClrTx/>
                <a:buSzTx/>
                <a:buFontTx/>
                <a:buNone/>
                <a:tabLst/>
                <a:defRPr/>
              </a:pPr>
              <a:r>
                <a:rPr kumimoji="0" lang="en-US" sz="1559" b="1" i="0" u="none" strike="noStrike" kern="1200" cap="none" spc="0" normalizeH="0" baseline="0" noProof="0" dirty="0">
                  <a:ln>
                    <a:noFill/>
                  </a:ln>
                  <a:solidFill>
                    <a:srgbClr val="FFC000"/>
                  </a:solidFill>
                  <a:effectLst/>
                  <a:uLnTx/>
                  <a:uFillTx/>
                  <a:latin typeface="Trebuchet MS" pitchFamily="34" charset="0"/>
                </a:rPr>
                <a:t>How to remove the info bars</a:t>
              </a:r>
            </a:p>
            <a:p>
              <a:pPr marL="0" marR="0" lvl="0" indent="0" algn="l" defTabSz="55687" rtl="0" eaLnBrk="1" fontAlgn="auto" latinLnBrk="0" hangingPunct="1">
                <a:lnSpc>
                  <a:spcPct val="100000"/>
                </a:lnSpc>
                <a:spcBef>
                  <a:spcPts val="0"/>
                </a:spcBef>
                <a:spcAft>
                  <a:spcPts val="0"/>
                </a:spcAft>
                <a:buClrTx/>
                <a:buSzTx/>
                <a:buFontTx/>
                <a:buNone/>
                <a:tabLst/>
                <a:defRPr/>
              </a:pPr>
              <a:r>
                <a:rPr kumimoji="0" lang="en-US" sz="1169" b="0" i="0" u="none" strike="noStrike" kern="1200" cap="none" spc="0" normalizeH="0" baseline="0" noProof="0" dirty="0">
                  <a:ln>
                    <a:noFill/>
                  </a:ln>
                  <a:solidFill>
                    <a:prstClr val="white">
                      <a:lumMod val="75000"/>
                    </a:prstClr>
                  </a:solidFill>
                  <a:effectLst/>
                  <a:uLnTx/>
                  <a:uFillTx/>
                  <a:latin typeface="Trebuchet MS" pitchFamily="34" charset="0"/>
                </a:rPr>
                <a:t>If you are working in PowerPoint for Windows and have finished your poster, save as PDF and the bars will not be included. You can also delete them by going to VIEW &gt; MASTER. On the Mac adjust the Page-Setup to match the Page-Setup in PowerPoint before you create a PDF. You can also delete them from the Slide Master.</a:t>
              </a:r>
            </a:p>
            <a:p>
              <a:pPr marL="0" marR="0" lvl="0" indent="0" algn="l" defTabSz="55687" rtl="0" eaLnBrk="1" fontAlgn="auto" latinLnBrk="0" hangingPunct="1">
                <a:lnSpc>
                  <a:spcPct val="100000"/>
                </a:lnSpc>
                <a:spcBef>
                  <a:spcPts val="0"/>
                </a:spcBef>
                <a:spcAft>
                  <a:spcPts val="0"/>
                </a:spcAft>
                <a:buClrTx/>
                <a:buSzTx/>
                <a:buFontTx/>
                <a:buNone/>
                <a:tabLst/>
                <a:defRPr/>
              </a:pPr>
              <a:endParaRPr kumimoji="0" lang="en-US" sz="1169" b="0" i="0" u="none" strike="noStrike" kern="1200" cap="none" spc="0" normalizeH="0" baseline="0" noProof="0" dirty="0">
                <a:ln>
                  <a:noFill/>
                </a:ln>
                <a:solidFill>
                  <a:prstClr val="white">
                    <a:lumMod val="75000"/>
                  </a:prstClr>
                </a:solidFill>
                <a:effectLst/>
                <a:uLnTx/>
                <a:uFillTx/>
                <a:latin typeface="Trebuchet MS" pitchFamily="34" charset="0"/>
              </a:endParaRPr>
            </a:p>
            <a:p>
              <a:pPr marL="0" marR="0" lvl="0" indent="0" algn="ctr" defTabSz="739736" rtl="0" eaLnBrk="1" fontAlgn="auto" latinLnBrk="0" hangingPunct="1">
                <a:lnSpc>
                  <a:spcPct val="100000"/>
                </a:lnSpc>
                <a:spcBef>
                  <a:spcPts val="0"/>
                </a:spcBef>
                <a:spcAft>
                  <a:spcPts val="0"/>
                </a:spcAft>
                <a:buClrTx/>
                <a:buSzTx/>
                <a:buFontTx/>
                <a:buNone/>
                <a:tabLst/>
                <a:defRPr/>
              </a:pPr>
              <a:r>
                <a:rPr kumimoji="0" lang="en-US" sz="1559" b="1" i="0" u="none" strike="noStrike" kern="1200" cap="none" spc="0" normalizeH="0" baseline="0" noProof="0" dirty="0">
                  <a:ln>
                    <a:noFill/>
                  </a:ln>
                  <a:solidFill>
                    <a:srgbClr val="FFC000"/>
                  </a:solidFill>
                  <a:effectLst/>
                  <a:uLnTx/>
                  <a:uFillTx/>
                  <a:latin typeface="Trebuchet MS" pitchFamily="34" charset="0"/>
                </a:rPr>
                <a:t>Save your work</a:t>
              </a:r>
            </a:p>
            <a:p>
              <a:pPr marL="0" marR="0" lvl="0" indent="0" algn="l" defTabSz="55687" rtl="0" eaLnBrk="1" fontAlgn="auto" latinLnBrk="0" hangingPunct="1">
                <a:lnSpc>
                  <a:spcPct val="100000"/>
                </a:lnSpc>
                <a:spcBef>
                  <a:spcPts val="0"/>
                </a:spcBef>
                <a:spcAft>
                  <a:spcPts val="0"/>
                </a:spcAft>
                <a:buClrTx/>
                <a:buSzTx/>
                <a:buFontTx/>
                <a:buNone/>
                <a:tabLst/>
                <a:defRPr/>
              </a:pPr>
              <a:r>
                <a:rPr kumimoji="0" lang="en-US" sz="1169" b="0" i="0" u="none" strike="noStrike" kern="1200" cap="none" spc="0" normalizeH="0" baseline="0" noProof="0" dirty="0">
                  <a:ln>
                    <a:noFill/>
                  </a:ln>
                  <a:solidFill>
                    <a:prstClr val="white">
                      <a:lumMod val="75000"/>
                    </a:prstClr>
                  </a:solidFill>
                  <a:effectLst/>
                  <a:uLnTx/>
                  <a:uFillTx/>
                  <a:latin typeface="Trebuchet MS" pitchFamily="34" charset="0"/>
                </a:rPr>
                <a:t>Save your template as a PowerPoint document. For printing, save as PowerPoint or “Print-quality” PDF.</a:t>
              </a:r>
            </a:p>
            <a:p>
              <a:pPr marL="0" marR="0" lvl="0" indent="0" algn="l" defTabSz="55687" rtl="0" eaLnBrk="1" fontAlgn="auto" latinLnBrk="0" hangingPunct="1">
                <a:lnSpc>
                  <a:spcPct val="100000"/>
                </a:lnSpc>
                <a:spcBef>
                  <a:spcPts val="0"/>
                </a:spcBef>
                <a:spcAft>
                  <a:spcPts val="0"/>
                </a:spcAft>
                <a:buClrTx/>
                <a:buSzTx/>
                <a:buFontTx/>
                <a:buNone/>
                <a:tabLst/>
                <a:defRPr/>
              </a:pPr>
              <a:endParaRPr lang="en-US" sz="1169" b="0" baseline="0" dirty="0">
                <a:solidFill>
                  <a:schemeClr val="bg1">
                    <a:lumMod val="75000"/>
                  </a:schemeClr>
                </a:solidFill>
                <a:latin typeface="Trebuchet MS" pitchFamily="34" charset="0"/>
              </a:endParaRPr>
            </a:p>
            <a:p>
              <a:pPr marL="0" marR="0" lvl="0" indent="0" algn="ctr" defTabSz="739736" rtl="0" eaLnBrk="1" fontAlgn="auto" latinLnBrk="0" hangingPunct="1">
                <a:lnSpc>
                  <a:spcPct val="100000"/>
                </a:lnSpc>
                <a:spcBef>
                  <a:spcPts val="0"/>
                </a:spcBef>
                <a:spcAft>
                  <a:spcPts val="0"/>
                </a:spcAft>
                <a:buClrTx/>
                <a:buSzTx/>
                <a:buFontTx/>
                <a:buNone/>
                <a:tabLst/>
                <a:defRPr/>
              </a:pPr>
              <a:r>
                <a:rPr kumimoji="0" lang="en-US" sz="1559" b="1" i="0" u="none" strike="noStrike" kern="1200" cap="none" spc="0" normalizeH="0" baseline="0" noProof="0" dirty="0">
                  <a:ln>
                    <a:noFill/>
                  </a:ln>
                  <a:solidFill>
                    <a:srgbClr val="FFC000"/>
                  </a:solidFill>
                  <a:effectLst/>
                  <a:uLnTx/>
                  <a:uFillTx/>
                  <a:latin typeface="Trebuchet MS" pitchFamily="34" charset="0"/>
                </a:rPr>
                <a:t>Print your poster</a:t>
              </a:r>
            </a:p>
            <a:p>
              <a:pPr marL="0" marR="0" lvl="0" indent="0" algn="l" defTabSz="55687" rtl="0" eaLnBrk="1" fontAlgn="auto" latinLnBrk="0" hangingPunct="1">
                <a:lnSpc>
                  <a:spcPct val="100000"/>
                </a:lnSpc>
                <a:spcBef>
                  <a:spcPts val="0"/>
                </a:spcBef>
                <a:spcAft>
                  <a:spcPts val="0"/>
                </a:spcAft>
                <a:buClrTx/>
                <a:buSzTx/>
                <a:buFontTx/>
                <a:buNone/>
                <a:tabLst/>
                <a:defRPr/>
              </a:pPr>
              <a:r>
                <a:rPr kumimoji="0" lang="en-US" sz="1169" b="0" i="0" u="none" strike="noStrike" kern="1200" cap="none" spc="0" normalizeH="0" baseline="0" noProof="0" dirty="0">
                  <a:ln>
                    <a:noFill/>
                  </a:ln>
                  <a:solidFill>
                    <a:prstClr val="white">
                      <a:lumMod val="75000"/>
                    </a:prstClr>
                  </a:solidFill>
                  <a:effectLst/>
                  <a:uLnTx/>
                  <a:uFillTx/>
                  <a:latin typeface="Trebuchet MS" pitchFamily="34" charset="0"/>
                </a:rPr>
                <a:t>When you are ready to have your poster printed go online to PosterPresentations.com and click on the “Order Your Poster” button. Choose the poster type the best suits your needs and submit your order. If you submit a PowerPoint document you will be receiving a PDF proof for your approval prior to printing. If your order is placed and paid for before noon, Pacific, Monday through Friday, your order will ship out that same day. Next day, Second day, Third day, and Free Ground services are offered. Go to PosterPresentations.com for more information.</a:t>
              </a:r>
            </a:p>
            <a:p>
              <a:pPr marL="0" marR="0" lvl="0" indent="0" algn="l" defTabSz="55687" rtl="0" eaLnBrk="1" fontAlgn="auto" latinLnBrk="0" hangingPunct="1">
                <a:lnSpc>
                  <a:spcPct val="100000"/>
                </a:lnSpc>
                <a:spcBef>
                  <a:spcPts val="0"/>
                </a:spcBef>
                <a:spcAft>
                  <a:spcPts val="0"/>
                </a:spcAft>
                <a:buClrTx/>
                <a:buSzTx/>
                <a:buFontTx/>
                <a:buNone/>
                <a:tabLst/>
                <a:defRPr/>
              </a:pPr>
              <a:endParaRPr kumimoji="0" lang="en-US" sz="1364" b="0" i="0" u="none" strike="noStrike" kern="1200" cap="none" spc="0" normalizeH="0" baseline="0" noProof="0" dirty="0">
                <a:ln>
                  <a:noFill/>
                </a:ln>
                <a:solidFill>
                  <a:prstClr val="white">
                    <a:lumMod val="75000"/>
                  </a:prstClr>
                </a:solidFill>
                <a:effectLst/>
                <a:uLnTx/>
                <a:uFillTx/>
                <a:latin typeface="Trebuchet MS" pitchFamily="34" charset="0"/>
              </a:endParaRPr>
            </a:p>
          </p:txBody>
        </p:sp>
        <p:graphicFrame>
          <p:nvGraphicFramePr>
            <p:cNvPr id="46" name="Object 45"/>
            <p:cNvGraphicFramePr>
              <a:graphicFrameLocks noChangeAspect="1"/>
            </p:cNvGraphicFramePr>
            <p:nvPr userDrawn="1">
              <p:extLst>
                <p:ext uri="{D42A27DB-BD31-4B8C-83A1-F6EECF244321}">
                  <p14:modId xmlns:p14="http://schemas.microsoft.com/office/powerpoint/2010/main" val="262704017"/>
                </p:ext>
              </p:extLst>
            </p:nvPr>
          </p:nvGraphicFramePr>
          <p:xfrm>
            <a:off x="46915679" y="3349444"/>
            <a:ext cx="5586150" cy="2063772"/>
          </p:xfrm>
          <a:graphic>
            <a:graphicData uri="http://schemas.openxmlformats.org/presentationml/2006/ole">
              <mc:AlternateContent xmlns:mc="http://schemas.openxmlformats.org/markup-compatibility/2006">
                <mc:Choice xmlns:v="urn:schemas-microsoft-com:vml" Requires="v">
                  <p:oleObj name="Image" r:id="rId3" imgW="4571280" imgH="1688760" progId="Photoshop.Image.13">
                    <p:embed/>
                  </p:oleObj>
                </mc:Choice>
                <mc:Fallback>
                  <p:oleObj name="Image" r:id="rId3" imgW="4571280" imgH="1688760" progId="Photoshop.Image.13">
                    <p:embed/>
                    <p:pic>
                      <p:nvPicPr>
                        <p:cNvPr id="46" name="Object 45"/>
                        <p:cNvPicPr/>
                        <p:nvPr/>
                      </p:nvPicPr>
                      <p:blipFill>
                        <a:blip r:embed="rId4"/>
                        <a:stretch>
                          <a:fillRect/>
                        </a:stretch>
                      </p:blipFill>
                      <p:spPr>
                        <a:xfrm>
                          <a:off x="46915679" y="3349444"/>
                          <a:ext cx="5586150" cy="2063772"/>
                        </a:xfrm>
                        <a:prstGeom prst="rect">
                          <a:avLst/>
                        </a:prstGeom>
                      </p:spPr>
                    </p:pic>
                  </p:oleObj>
                </mc:Fallback>
              </mc:AlternateContent>
            </a:graphicData>
          </a:graphic>
        </p:graphicFrame>
        <p:pic>
          <p:nvPicPr>
            <p:cNvPr id="47" name="Picture 46"/>
            <p:cNvPicPr>
              <a:picLocks noChangeAspect="1"/>
            </p:cNvPicPr>
            <p:nvPr userDrawn="1"/>
          </p:nvPicPr>
          <p:blipFill>
            <a:blip r:embed="rId5"/>
            <a:stretch>
              <a:fillRect/>
            </a:stretch>
          </p:blipFill>
          <p:spPr>
            <a:xfrm>
              <a:off x="44621819" y="7740040"/>
              <a:ext cx="2969584" cy="1370577"/>
            </a:xfrm>
            <a:prstGeom prst="rect">
              <a:avLst/>
            </a:prstGeom>
            <a:ln>
              <a:noFill/>
            </a:ln>
          </p:spPr>
        </p:pic>
        <p:graphicFrame>
          <p:nvGraphicFramePr>
            <p:cNvPr id="48" name="Object 47"/>
            <p:cNvGraphicFramePr>
              <a:graphicFrameLocks noChangeAspect="1"/>
            </p:cNvGraphicFramePr>
            <p:nvPr userDrawn="1">
              <p:extLst>
                <p:ext uri="{D42A27DB-BD31-4B8C-83A1-F6EECF244321}">
                  <p14:modId xmlns:p14="http://schemas.microsoft.com/office/powerpoint/2010/main" val="2040245264"/>
                </p:ext>
              </p:extLst>
            </p:nvPr>
          </p:nvGraphicFramePr>
          <p:xfrm>
            <a:off x="44629619" y="12347263"/>
            <a:ext cx="1482266" cy="992162"/>
          </p:xfrm>
          <a:graphic>
            <a:graphicData uri="http://schemas.openxmlformats.org/presentationml/2006/ole">
              <mc:AlternateContent xmlns:mc="http://schemas.openxmlformats.org/markup-compatibility/2006">
                <mc:Choice xmlns:v="urn:schemas-microsoft-com:vml" Requires="v">
                  <p:oleObj name="Image" r:id="rId6" imgW="1574280" imgH="1053720" progId="Photoshop.Image.13">
                    <p:embed/>
                  </p:oleObj>
                </mc:Choice>
                <mc:Fallback>
                  <p:oleObj name="Image" r:id="rId6" imgW="1574280" imgH="1053720" progId="Photoshop.Image.13">
                    <p:embed/>
                    <p:pic>
                      <p:nvPicPr>
                        <p:cNvPr id="48" name="Object 47"/>
                        <p:cNvPicPr/>
                        <p:nvPr/>
                      </p:nvPicPr>
                      <p:blipFill>
                        <a:blip r:embed="rId7"/>
                        <a:stretch>
                          <a:fillRect/>
                        </a:stretch>
                      </p:blipFill>
                      <p:spPr>
                        <a:xfrm>
                          <a:off x="44629619" y="12347263"/>
                          <a:ext cx="1482266" cy="992162"/>
                        </a:xfrm>
                        <a:prstGeom prst="rect">
                          <a:avLst/>
                        </a:prstGeom>
                      </p:spPr>
                    </p:pic>
                  </p:oleObj>
                </mc:Fallback>
              </mc:AlternateContent>
            </a:graphicData>
          </a:graphic>
        </p:graphicFrame>
        <p:grpSp>
          <p:nvGrpSpPr>
            <p:cNvPr id="49" name="Group 48"/>
            <p:cNvGrpSpPr/>
            <p:nvPr userDrawn="1"/>
          </p:nvGrpSpPr>
          <p:grpSpPr>
            <a:xfrm>
              <a:off x="44487207" y="29414560"/>
              <a:ext cx="10354213" cy="1265612"/>
              <a:chOff x="44200453" y="28362386"/>
              <a:chExt cx="9771399" cy="1090622"/>
            </a:xfrm>
          </p:grpSpPr>
          <p:sp>
            <p:nvSpPr>
              <p:cNvPr id="51" name="Rounded Rectangle 50"/>
              <p:cNvSpPr/>
              <p:nvPr userDrawn="1"/>
            </p:nvSpPr>
            <p:spPr>
              <a:xfrm>
                <a:off x="44200453" y="28362386"/>
                <a:ext cx="9771398" cy="1090622"/>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18"/>
              </a:p>
            </p:txBody>
          </p:sp>
          <p:pic>
            <p:nvPicPr>
              <p:cNvPr id="52" name="Picture 7" descr="http://t2.gstatic.com/images?q=tbn:ANd9GcR4APHC6TT9w54M2zn_pvCiBxUNcspYPoVxirLRphBoJabfSvu7zw">
                <a:hlinkClick r:id="rId8"/>
              </p:cNvPr>
              <p:cNvPicPr>
                <a:picLocks noChangeAspect="1" noChangeArrowheads="1"/>
              </p:cNvPicPr>
              <p:nvPr userDrawn="1"/>
            </p:nvPicPr>
            <p:blipFill>
              <a:blip r:embed="rId9" cstate="print"/>
              <a:srcRect/>
              <a:stretch>
                <a:fillRect/>
              </a:stretch>
            </p:blipFill>
            <p:spPr bwMode="auto">
              <a:xfrm>
                <a:off x="44326393" y="28460718"/>
                <a:ext cx="914401" cy="914399"/>
              </a:xfrm>
              <a:prstGeom prst="rect">
                <a:avLst/>
              </a:prstGeom>
              <a:noFill/>
              <a:ln>
                <a:noFill/>
              </a:ln>
            </p:spPr>
          </p:pic>
          <p:sp>
            <p:nvSpPr>
              <p:cNvPr id="53" name="TextBox 52"/>
              <p:cNvSpPr txBox="1"/>
              <p:nvPr userDrawn="1"/>
            </p:nvSpPr>
            <p:spPr>
              <a:xfrm>
                <a:off x="45300663" y="28552305"/>
                <a:ext cx="8671189" cy="599843"/>
              </a:xfrm>
              <a:prstGeom prst="rect">
                <a:avLst/>
              </a:prstGeom>
              <a:noFill/>
              <a:ln>
                <a:noFill/>
              </a:ln>
            </p:spPr>
            <p:txBody>
              <a:bodyPr wrap="square" rtlCol="0">
                <a:spAutoFit/>
              </a:bodyPr>
              <a:lstStyle/>
              <a:p>
                <a:r>
                  <a:rPr lang="en-US" sz="1169" dirty="0">
                    <a:solidFill>
                      <a:schemeClr val="tx2"/>
                    </a:solidFill>
                    <a:latin typeface="Trebuchet MS" pitchFamily="34" charset="0"/>
                  </a:rPr>
                  <a:t>Student</a:t>
                </a:r>
                <a:r>
                  <a:rPr lang="en-US" sz="1169" baseline="0" dirty="0">
                    <a:solidFill>
                      <a:schemeClr val="tx2"/>
                    </a:solidFill>
                    <a:latin typeface="Trebuchet MS" pitchFamily="34" charset="0"/>
                  </a:rPr>
                  <a:t> discounts are available on our </a:t>
                </a:r>
                <a:r>
                  <a:rPr lang="en-US" sz="1169" baseline="0" dirty="0" err="1">
                    <a:solidFill>
                      <a:schemeClr val="tx2"/>
                    </a:solidFill>
                    <a:latin typeface="Trebuchet MS" pitchFamily="34" charset="0"/>
                  </a:rPr>
                  <a:t>Facebook</a:t>
                </a:r>
                <a:r>
                  <a:rPr lang="en-US" sz="1169" baseline="0" dirty="0">
                    <a:solidFill>
                      <a:schemeClr val="tx2"/>
                    </a:solidFill>
                    <a:latin typeface="Trebuchet MS" pitchFamily="34" charset="0"/>
                  </a:rPr>
                  <a:t> page.</a:t>
                </a:r>
                <a:br>
                  <a:rPr lang="en-US" sz="1169" baseline="0" dirty="0">
                    <a:solidFill>
                      <a:schemeClr val="tx2"/>
                    </a:solidFill>
                    <a:latin typeface="Trebuchet MS" pitchFamily="34" charset="0"/>
                  </a:rPr>
                </a:br>
                <a:r>
                  <a:rPr lang="en-US" sz="1169" baseline="0" dirty="0">
                    <a:solidFill>
                      <a:schemeClr val="tx2"/>
                    </a:solidFill>
                    <a:latin typeface="Trebuchet MS" pitchFamily="34" charset="0"/>
                  </a:rPr>
                  <a:t>Go to </a:t>
                </a:r>
                <a:r>
                  <a:rPr lang="en-US" sz="1169" u="sng" baseline="0" dirty="0">
                    <a:solidFill>
                      <a:schemeClr val="tx2"/>
                    </a:solidFill>
                    <a:latin typeface="Trebuchet MS" pitchFamily="34" charset="0"/>
                  </a:rPr>
                  <a:t>PosterPresentations.com</a:t>
                </a:r>
                <a:r>
                  <a:rPr lang="en-US" sz="1169" baseline="0" dirty="0">
                    <a:solidFill>
                      <a:schemeClr val="tx2"/>
                    </a:solidFill>
                    <a:latin typeface="Trebuchet MS" pitchFamily="34" charset="0"/>
                  </a:rPr>
                  <a:t> and click on the FB icon. </a:t>
                </a:r>
                <a:endParaRPr lang="en-US" sz="1169" dirty="0">
                  <a:solidFill>
                    <a:schemeClr val="tx2"/>
                  </a:solidFill>
                  <a:latin typeface="Trebuchet MS" pitchFamily="34" charset="0"/>
                </a:endParaRPr>
              </a:p>
            </p:txBody>
          </p:sp>
        </p:grpSp>
        <p:sp>
          <p:nvSpPr>
            <p:cNvPr id="50" name="TextBox 49"/>
            <p:cNvSpPr txBox="1"/>
            <p:nvPr userDrawn="1"/>
          </p:nvSpPr>
          <p:spPr>
            <a:xfrm>
              <a:off x="44262807" y="31169781"/>
              <a:ext cx="6870216" cy="1128071"/>
            </a:xfrm>
            <a:prstGeom prst="rect">
              <a:avLst/>
            </a:prstGeom>
            <a:noFill/>
          </p:spPr>
          <p:txBody>
            <a:bodyPr wrap="square" lIns="65304" tIns="32651" rIns="65304" bIns="32651" rtlCol="0">
              <a:spAutoFit/>
            </a:bodyPr>
            <a:lstStyle/>
            <a:p>
              <a:pPr>
                <a:lnSpc>
                  <a:spcPts val="1267"/>
                </a:lnSpc>
              </a:pPr>
              <a:r>
                <a:rPr lang="en-US" sz="1364" dirty="0">
                  <a:solidFill>
                    <a:schemeClr val="bg1"/>
                  </a:solidFill>
                </a:rPr>
                <a:t>© 2015</a:t>
              </a:r>
              <a:r>
                <a:rPr lang="en-US" sz="1364" baseline="0" dirty="0">
                  <a:solidFill>
                    <a:schemeClr val="bg1"/>
                  </a:solidFill>
                </a:rPr>
                <a:t> </a:t>
              </a:r>
              <a:r>
                <a:rPr lang="en-US" sz="1364" dirty="0">
                  <a:solidFill>
                    <a:schemeClr val="bg1"/>
                  </a:solidFill>
                </a:rPr>
                <a:t>PosterPresentations.com</a:t>
              </a:r>
              <a:br>
                <a:rPr lang="en-US" sz="1364" dirty="0">
                  <a:solidFill>
                    <a:schemeClr val="bg1"/>
                  </a:solidFill>
                </a:rPr>
              </a:br>
              <a:r>
                <a:rPr lang="en-US" sz="1364" dirty="0">
                  <a:solidFill>
                    <a:schemeClr val="bg1"/>
                  </a:solidFill>
                </a:rPr>
                <a:t>    </a:t>
              </a:r>
              <a:r>
                <a:rPr lang="en-US" sz="1169" dirty="0">
                  <a:solidFill>
                    <a:schemeClr val="bg1"/>
                  </a:solidFill>
                </a:rPr>
                <a:t>2117 Fourth Street ,</a:t>
              </a:r>
              <a:r>
                <a:rPr lang="en-US" sz="1169" baseline="0" dirty="0">
                  <a:solidFill>
                    <a:schemeClr val="bg1"/>
                  </a:solidFill>
                </a:rPr>
                <a:t> Unit C        </a:t>
              </a:r>
            </a:p>
            <a:p>
              <a:pPr>
                <a:lnSpc>
                  <a:spcPts val="1267"/>
                </a:lnSpc>
              </a:pPr>
              <a:r>
                <a:rPr lang="en-US" sz="1169" baseline="0" dirty="0">
                  <a:solidFill>
                    <a:schemeClr val="bg1"/>
                  </a:solidFill>
                </a:rPr>
                <a:t>     Berkeley CA </a:t>
              </a:r>
              <a:r>
                <a:rPr lang="en-US" sz="974" baseline="0" dirty="0">
                  <a:solidFill>
                    <a:schemeClr val="bg1"/>
                  </a:solidFill>
                </a:rPr>
                <a:t>94710</a:t>
              </a:r>
              <a:br>
                <a:rPr lang="en-US" sz="1169" baseline="0" dirty="0">
                  <a:solidFill>
                    <a:schemeClr val="bg1"/>
                  </a:solidFill>
                </a:rPr>
              </a:br>
              <a:r>
                <a:rPr lang="en-US" sz="1169" baseline="0" dirty="0">
                  <a:solidFill>
                    <a:schemeClr val="bg1"/>
                  </a:solidFill>
                </a:rPr>
                <a:t>    </a:t>
              </a:r>
              <a:r>
                <a:rPr lang="en-US" sz="1169" b="1" baseline="0" dirty="0">
                  <a:solidFill>
                    <a:srgbClr val="FFFF00"/>
                  </a:solidFill>
                </a:rPr>
                <a:t>posterpresenter@gmail.com</a:t>
              </a:r>
              <a:endParaRPr lang="en-US" sz="1364" b="1" dirty="0">
                <a:solidFill>
                  <a:srgbClr val="FFFF00"/>
                </a:solidFill>
              </a:endParaRPr>
            </a:p>
          </p:txBody>
        </p:sp>
      </p:grpSp>
      <p:grpSp>
        <p:nvGrpSpPr>
          <p:cNvPr id="54" name="Group 53"/>
          <p:cNvGrpSpPr/>
          <p:nvPr userDrawn="1"/>
        </p:nvGrpSpPr>
        <p:grpSpPr>
          <a:xfrm>
            <a:off x="-7742895" y="-1"/>
            <a:ext cx="7600578" cy="21383626"/>
            <a:chOff x="-11225189" y="-1"/>
            <a:chExt cx="11018865" cy="32918401"/>
          </a:xfrm>
        </p:grpSpPr>
        <p:sp>
          <p:nvSpPr>
            <p:cNvPr id="55" name="Rectangle 54"/>
            <p:cNvSpPr/>
            <p:nvPr/>
          </p:nvSpPr>
          <p:spPr>
            <a:xfrm>
              <a:off x="-11216136" y="-1"/>
              <a:ext cx="11009812" cy="32918401"/>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tIns="457200" rIns="457200" bIns="0" rtlCol="0" anchor="t" anchorCtr="0"/>
            <a:lstStyle/>
            <a:p>
              <a:pPr marL="0" marR="0" indent="0" algn="ctr" defTabSz="739736" rtl="0" eaLnBrk="1" fontAlgn="auto" latinLnBrk="0" hangingPunct="1">
                <a:lnSpc>
                  <a:spcPct val="100000"/>
                </a:lnSpc>
                <a:spcBef>
                  <a:spcPts val="0"/>
                </a:spcBef>
                <a:spcAft>
                  <a:spcPts val="0"/>
                </a:spcAft>
                <a:buClrTx/>
                <a:buSzTx/>
                <a:buFontTx/>
                <a:buNone/>
                <a:tabLst/>
                <a:defRPr/>
              </a:pPr>
              <a:r>
                <a:rPr lang="en-US" sz="1559" b="1" spc="0" dirty="0">
                  <a:solidFill>
                    <a:srgbClr val="FF0000"/>
                  </a:solidFill>
                  <a:latin typeface="Trebuchet MS" pitchFamily="34" charset="0"/>
                </a:rPr>
                <a:t>(—THIS SIDEBAR DOES NOT PRINT—)</a:t>
              </a:r>
              <a:endParaRPr lang="en-US" sz="1559" b="1" spc="292" dirty="0">
                <a:solidFill>
                  <a:schemeClr val="bg1"/>
                </a:solidFill>
                <a:latin typeface="Trebuchet MS" pitchFamily="34" charset="0"/>
              </a:endParaRPr>
            </a:p>
            <a:p>
              <a:pPr algn="ctr"/>
              <a:r>
                <a:rPr lang="en-US" sz="1949" b="1" spc="292" dirty="0">
                  <a:solidFill>
                    <a:schemeClr val="bg1"/>
                  </a:solidFill>
                  <a:latin typeface="Trebuchet MS" pitchFamily="34" charset="0"/>
                </a:rPr>
                <a:t>DESIGN</a:t>
              </a:r>
              <a:r>
                <a:rPr lang="en-US" sz="1949" b="1" spc="292" baseline="0" dirty="0">
                  <a:solidFill>
                    <a:schemeClr val="bg1"/>
                  </a:solidFill>
                  <a:latin typeface="Trebuchet MS" pitchFamily="34" charset="0"/>
                </a:rPr>
                <a:t> </a:t>
              </a:r>
              <a:r>
                <a:rPr lang="en-US" sz="1949" b="1" spc="292" dirty="0">
                  <a:solidFill>
                    <a:schemeClr val="bg1"/>
                  </a:solidFill>
                  <a:latin typeface="Trebuchet MS" pitchFamily="34" charset="0"/>
                </a:rPr>
                <a:t>GUIDE</a:t>
              </a:r>
            </a:p>
            <a:p>
              <a:pPr algn="ctr"/>
              <a:endParaRPr lang="en-US" sz="1364" b="1" dirty="0">
                <a:latin typeface="Trebuchet MS" pitchFamily="34" charset="0"/>
              </a:endParaRPr>
            </a:p>
            <a:p>
              <a:pPr defTabSz="1834619"/>
              <a:r>
                <a:rPr lang="en-US" sz="1364" i="0" dirty="0">
                  <a:latin typeface="Trebuchet MS" pitchFamily="34" charset="0"/>
                </a:rPr>
                <a:t>This PowerPoint</a:t>
              </a:r>
              <a:r>
                <a:rPr lang="en-US" sz="1364" i="0" baseline="0" dirty="0">
                  <a:latin typeface="Trebuchet MS" pitchFamily="34" charset="0"/>
                </a:rPr>
                <a:t> </a:t>
              </a:r>
              <a:r>
                <a:rPr lang="en-US" sz="1364" i="0" dirty="0">
                  <a:latin typeface="Trebuchet MS" pitchFamily="34" charset="0"/>
                </a:rPr>
                <a:t>2007 template produces</a:t>
              </a:r>
              <a:r>
                <a:rPr lang="en-US" sz="1364" i="0" baseline="0" dirty="0">
                  <a:latin typeface="Trebuchet MS" pitchFamily="34" charset="0"/>
                </a:rPr>
                <a:t> </a:t>
              </a:r>
              <a:r>
                <a:rPr lang="en-US" sz="1364" i="0" dirty="0">
                  <a:latin typeface="Trebuchet MS" pitchFamily="34" charset="0"/>
                </a:rPr>
                <a:t>a 36”x48” presentation poster. </a:t>
              </a:r>
              <a:r>
                <a:rPr lang="en-US" sz="1364" dirty="0">
                  <a:latin typeface="Trebuchet MS" pitchFamily="34" charset="0"/>
                </a:rPr>
                <a:t>You</a:t>
              </a:r>
              <a:r>
                <a:rPr lang="en-US" sz="1364" baseline="0" dirty="0">
                  <a:latin typeface="Trebuchet MS" pitchFamily="34" charset="0"/>
                </a:rPr>
                <a:t> can u</a:t>
              </a:r>
              <a:r>
                <a:rPr lang="en-US" sz="1364" dirty="0">
                  <a:latin typeface="Trebuchet MS" pitchFamily="34" charset="0"/>
                </a:rPr>
                <a:t>se</a:t>
              </a:r>
              <a:r>
                <a:rPr lang="en-US" sz="1364" baseline="0" dirty="0">
                  <a:latin typeface="Trebuchet MS" pitchFamily="34" charset="0"/>
                </a:rPr>
                <a:t> it to create your research poster and </a:t>
              </a:r>
              <a:r>
                <a:rPr lang="en-US" sz="1364" dirty="0">
                  <a:latin typeface="Trebuchet MS" pitchFamily="34" charset="0"/>
                </a:rPr>
                <a:t>save valuable time placing titles, subtitles,</a:t>
              </a:r>
              <a:r>
                <a:rPr lang="en-US" sz="1364" baseline="0" dirty="0">
                  <a:latin typeface="Trebuchet MS" pitchFamily="34" charset="0"/>
                </a:rPr>
                <a:t> text, and graphics</a:t>
              </a:r>
              <a:r>
                <a:rPr lang="en-US" sz="1364" dirty="0">
                  <a:latin typeface="Trebuchet MS" pitchFamily="34" charset="0"/>
                </a:rPr>
                <a:t>. </a:t>
              </a:r>
            </a:p>
            <a:p>
              <a:pPr defTabSz="1834619"/>
              <a:endParaRPr lang="en-US" sz="1364" dirty="0">
                <a:latin typeface="Trebuchet MS" pitchFamily="34" charset="0"/>
              </a:endParaRPr>
            </a:p>
            <a:p>
              <a:pPr defTabSz="2138427"/>
              <a:r>
                <a:rPr lang="en-US" sz="1364" dirty="0">
                  <a:latin typeface="Trebuchet MS" pitchFamily="34" charset="0"/>
                </a:rPr>
                <a:t>We provide a series of online tutorials that will guide you through the poster design process and answer your poster production questions. To view our template tutorials, go online to </a:t>
              </a:r>
              <a:r>
                <a:rPr lang="en-US" sz="1364" b="1" dirty="0">
                  <a:solidFill>
                    <a:srgbClr val="FFC000"/>
                  </a:solidFill>
                  <a:latin typeface="Trebuchet MS" pitchFamily="34" charset="0"/>
                </a:rPr>
                <a:t>PosterPresentations.com</a:t>
              </a:r>
              <a:r>
                <a:rPr lang="en-US" sz="1364" b="1" dirty="0">
                  <a:solidFill>
                    <a:schemeClr val="bg1"/>
                  </a:solidFill>
                  <a:latin typeface="Trebuchet MS" pitchFamily="34" charset="0"/>
                </a:rPr>
                <a:t> </a:t>
              </a:r>
              <a:r>
                <a:rPr lang="en-US" sz="1364" dirty="0">
                  <a:solidFill>
                    <a:schemeClr val="bg1"/>
                  </a:solidFill>
                  <a:latin typeface="Trebuchet MS" pitchFamily="34" charset="0"/>
                </a:rPr>
                <a:t>and click on HELP DESK.</a:t>
              </a:r>
            </a:p>
            <a:p>
              <a:pPr defTabSz="2138427"/>
              <a:endParaRPr lang="en-US" sz="1364" dirty="0">
                <a:latin typeface="Trebuchet MS" pitchFamily="34" charset="0"/>
              </a:endParaRPr>
            </a:p>
            <a:p>
              <a:pPr defTabSz="2138427"/>
              <a:r>
                <a:rPr lang="en-US" sz="1364" dirty="0">
                  <a:solidFill>
                    <a:schemeClr val="bg1"/>
                  </a:solidFill>
                  <a:latin typeface="Trebuchet MS" pitchFamily="34" charset="0"/>
                </a:rPr>
                <a:t>When</a:t>
              </a:r>
              <a:r>
                <a:rPr lang="en-US" sz="1364" baseline="0" dirty="0">
                  <a:solidFill>
                    <a:schemeClr val="bg1"/>
                  </a:solidFill>
                  <a:latin typeface="Trebuchet MS" pitchFamily="34" charset="0"/>
                </a:rPr>
                <a:t> you are ready to print your poster</a:t>
              </a:r>
              <a:r>
                <a:rPr lang="en-US" sz="1364" dirty="0">
                  <a:solidFill>
                    <a:schemeClr val="bg1"/>
                  </a:solidFill>
                  <a:latin typeface="Trebuchet MS" pitchFamily="34" charset="0"/>
                </a:rPr>
                <a:t>,</a:t>
              </a:r>
              <a:r>
                <a:rPr lang="en-US" sz="1364" baseline="0" dirty="0">
                  <a:solidFill>
                    <a:schemeClr val="bg1"/>
                  </a:solidFill>
                  <a:latin typeface="Trebuchet MS" pitchFamily="34" charset="0"/>
                </a:rPr>
                <a:t> go online to </a:t>
              </a:r>
              <a:r>
                <a:rPr lang="en-US" sz="1364" b="0" dirty="0">
                  <a:solidFill>
                    <a:schemeClr val="bg1"/>
                  </a:solidFill>
                  <a:latin typeface="Trebuchet MS" pitchFamily="34" charset="0"/>
                </a:rPr>
                <a:t>PosterPresentations.com</a:t>
              </a:r>
              <a:br>
                <a:rPr lang="en-US" sz="1364" dirty="0">
                  <a:solidFill>
                    <a:schemeClr val="bg1"/>
                  </a:solidFill>
                  <a:latin typeface="Trebuchet MS" pitchFamily="34" charset="0"/>
                </a:rPr>
              </a:br>
              <a:endParaRPr lang="en-US" sz="1364" dirty="0">
                <a:solidFill>
                  <a:schemeClr val="bg1"/>
                </a:solidFill>
                <a:latin typeface="Trebuchet MS" pitchFamily="34" charset="0"/>
              </a:endParaRPr>
            </a:p>
            <a:p>
              <a:pPr algn="l" defTabSz="1834619"/>
              <a:r>
                <a:rPr lang="en-US" sz="1364" b="0" dirty="0">
                  <a:solidFill>
                    <a:schemeClr val="bg1"/>
                  </a:solidFill>
                  <a:latin typeface="Trebuchet MS" pitchFamily="34" charset="0"/>
                </a:rPr>
                <a:t>Need</a:t>
              </a:r>
              <a:r>
                <a:rPr lang="en-US" sz="1364" b="0" baseline="0" dirty="0">
                  <a:solidFill>
                    <a:schemeClr val="bg1"/>
                  </a:solidFill>
                  <a:latin typeface="Trebuchet MS" pitchFamily="34" charset="0"/>
                </a:rPr>
                <a:t> assistance? Call us at </a:t>
              </a:r>
              <a:r>
                <a:rPr lang="en-US" sz="1364" b="0" dirty="0">
                  <a:solidFill>
                    <a:srgbClr val="FFC000"/>
                  </a:solidFill>
                  <a:latin typeface="Trebuchet MS" pitchFamily="34" charset="0"/>
                </a:rPr>
                <a:t>1.510.649.3001</a:t>
              </a:r>
            </a:p>
            <a:p>
              <a:pPr algn="l" defTabSz="1834619"/>
              <a:endParaRPr lang="en-US" sz="1754" b="1" dirty="0">
                <a:solidFill>
                  <a:srgbClr val="FFFF00"/>
                </a:solidFill>
                <a:latin typeface="Trebuchet MS" pitchFamily="34" charset="0"/>
              </a:endParaRPr>
            </a:p>
            <a:p>
              <a:pPr algn="ctr"/>
              <a:endParaRPr lang="en-US" sz="1169" b="1" dirty="0">
                <a:solidFill>
                  <a:schemeClr val="bg1"/>
                </a:solidFill>
                <a:latin typeface="Trebuchet MS" pitchFamily="34" charset="0"/>
              </a:endParaRPr>
            </a:p>
            <a:p>
              <a:pPr algn="ctr"/>
              <a:r>
                <a:rPr lang="en-US" sz="1949" b="1" spc="292" dirty="0">
                  <a:solidFill>
                    <a:schemeClr val="bg1"/>
                  </a:solidFill>
                  <a:latin typeface="Trebuchet MS" pitchFamily="34" charset="0"/>
                </a:rPr>
                <a:t>QUICK START</a:t>
              </a:r>
            </a:p>
            <a:p>
              <a:pPr algn="ctr"/>
              <a:endParaRPr lang="en-US" sz="1559" b="1" baseline="0" dirty="0">
                <a:solidFill>
                  <a:schemeClr val="bg1"/>
                </a:solidFill>
                <a:latin typeface="Trebuchet MS" pitchFamily="34" charset="0"/>
              </a:endParaRPr>
            </a:p>
            <a:p>
              <a:pPr algn="ctr"/>
              <a:r>
                <a:rPr lang="en-US" sz="1559" b="1" baseline="0" dirty="0">
                  <a:solidFill>
                    <a:srgbClr val="FFC000"/>
                  </a:solidFill>
                  <a:latin typeface="Trebuchet MS" pitchFamily="34" charset="0"/>
                </a:rPr>
                <a:t>Zoom in and out</a:t>
              </a:r>
            </a:p>
            <a:p>
              <a:pPr marL="921929" indent="-921929" algn="l" defTabSz="414558"/>
              <a:r>
                <a:rPr lang="en-US" sz="1169" b="0" baseline="0" dirty="0">
                  <a:solidFill>
                    <a:schemeClr val="bg1"/>
                  </a:solidFill>
                  <a:latin typeface="Trebuchet MS" pitchFamily="34" charset="0"/>
                </a:rPr>
                <a:t>	</a:t>
              </a:r>
              <a:r>
                <a:rPr lang="en-US" sz="1169" b="0" baseline="0" dirty="0">
                  <a:solidFill>
                    <a:schemeClr val="bg1">
                      <a:lumMod val="75000"/>
                    </a:schemeClr>
                  </a:solidFill>
                  <a:latin typeface="Trebuchet MS" pitchFamily="34" charset="0"/>
                </a:rPr>
                <a:t>As you work on your poster zoom in and out to the level that is more comfortable to you. </a:t>
              </a:r>
            </a:p>
            <a:p>
              <a:pPr marL="921929" indent="-921929" algn="l" defTabSz="414558"/>
              <a:r>
                <a:rPr lang="en-US" sz="1169" b="1" baseline="0" dirty="0">
                  <a:solidFill>
                    <a:schemeClr val="bg1">
                      <a:lumMod val="75000"/>
                    </a:schemeClr>
                  </a:solidFill>
                  <a:latin typeface="Trebuchet MS" pitchFamily="34" charset="0"/>
                </a:rPr>
                <a:t>	</a:t>
              </a:r>
              <a:r>
                <a:rPr lang="en-US" sz="1169" b="0" baseline="0" dirty="0">
                  <a:solidFill>
                    <a:schemeClr val="bg1">
                      <a:lumMod val="75000"/>
                    </a:schemeClr>
                  </a:solidFill>
                  <a:latin typeface="Trebuchet MS" pitchFamily="34" charset="0"/>
                </a:rPr>
                <a:t>Go to VIEW &gt; ZOOM.</a:t>
              </a:r>
            </a:p>
            <a:p>
              <a:pPr algn="l"/>
              <a:endParaRPr lang="en-US" sz="1364" b="0" baseline="0" dirty="0">
                <a:solidFill>
                  <a:schemeClr val="bg1"/>
                </a:solidFill>
                <a:latin typeface="Trebuchet MS" pitchFamily="34" charset="0"/>
              </a:endParaRPr>
            </a:p>
            <a:p>
              <a:pPr algn="ctr"/>
              <a:r>
                <a:rPr lang="en-US" sz="1559" b="1" baseline="0" dirty="0">
                  <a:solidFill>
                    <a:srgbClr val="FFC000"/>
                  </a:solidFill>
                  <a:latin typeface="Trebuchet MS" pitchFamily="34" charset="0"/>
                </a:rPr>
                <a:t>Title, Authors, and Affiliations</a:t>
              </a:r>
            </a:p>
            <a:p>
              <a:pPr algn="l"/>
              <a:r>
                <a:rPr lang="en-US" sz="1169" b="0" baseline="0" dirty="0">
                  <a:solidFill>
                    <a:schemeClr val="bg1">
                      <a:lumMod val="75000"/>
                    </a:schemeClr>
                  </a:solidFill>
                  <a:latin typeface="Trebuchet MS" pitchFamily="34" charset="0"/>
                </a:rPr>
                <a:t>Start designing your poster by adding the title, the names of the authors, and the affiliated institutions. </a:t>
              </a:r>
              <a:r>
                <a:rPr lang="en-US" sz="1169" b="0" spc="0" baseline="0" dirty="0">
                  <a:solidFill>
                    <a:schemeClr val="bg1">
                      <a:lumMod val="75000"/>
                    </a:schemeClr>
                  </a:solidFill>
                  <a:latin typeface="Trebuchet MS" pitchFamily="34" charset="0"/>
                </a:rPr>
                <a:t>You can type or paste text into the provided boxes. The template will automatically adjust the size of your text to fit the title box. You can manually override this feature and change the size of your text. </a:t>
              </a:r>
            </a:p>
            <a:p>
              <a:pPr algn="l"/>
              <a:endParaRPr lang="en-US" sz="1169" b="0" spc="0" baseline="0" dirty="0">
                <a:solidFill>
                  <a:schemeClr val="bg1">
                    <a:lumMod val="75000"/>
                  </a:schemeClr>
                </a:solidFill>
                <a:latin typeface="Trebuchet MS" pitchFamily="34" charset="0"/>
              </a:endParaRPr>
            </a:p>
            <a:p>
              <a:pPr algn="l"/>
              <a:r>
                <a:rPr lang="en-US" sz="1169" b="1" spc="146" baseline="0" dirty="0">
                  <a:solidFill>
                    <a:srgbClr val="FFC000"/>
                  </a:solidFill>
                  <a:latin typeface="Trebuchet MS" pitchFamily="34" charset="0"/>
                </a:rPr>
                <a:t>TIP</a:t>
              </a:r>
              <a:r>
                <a:rPr lang="en-US" sz="1169" b="1" baseline="0" dirty="0">
                  <a:solidFill>
                    <a:srgbClr val="FFC000"/>
                  </a:solidFill>
                  <a:latin typeface="Trebuchet MS" pitchFamily="34" charset="0"/>
                </a:rPr>
                <a:t>: </a:t>
              </a:r>
              <a:r>
                <a:rPr lang="en-US" sz="1169" b="0" baseline="0" dirty="0">
                  <a:solidFill>
                    <a:schemeClr val="bg1">
                      <a:lumMod val="75000"/>
                    </a:schemeClr>
                  </a:solidFill>
                  <a:latin typeface="Trebuchet MS" pitchFamily="34" charset="0"/>
                </a:rPr>
                <a:t>The font size of your title should be bigger than your name(s) and institution name(s).</a:t>
              </a:r>
            </a:p>
            <a:p>
              <a:pPr algn="l"/>
              <a:br>
                <a:rPr lang="en-US" sz="1364" b="1" baseline="0" dirty="0">
                  <a:solidFill>
                    <a:schemeClr val="bg1"/>
                  </a:solidFill>
                  <a:latin typeface="Trebuchet MS" pitchFamily="34" charset="0"/>
                </a:rPr>
              </a:br>
              <a:endParaRPr lang="en-US" sz="1364" b="1" dirty="0">
                <a:solidFill>
                  <a:schemeClr val="bg1"/>
                </a:solidFill>
                <a:latin typeface="Trebuchet MS" pitchFamily="34" charset="0"/>
              </a:endParaRPr>
            </a:p>
            <a:p>
              <a:pPr algn="ctr"/>
              <a:endParaRPr lang="en-US" sz="1364" b="1" dirty="0">
                <a:solidFill>
                  <a:srgbClr val="FFC000"/>
                </a:solidFill>
                <a:latin typeface="Trebuchet MS" pitchFamily="34" charset="0"/>
              </a:endParaRPr>
            </a:p>
            <a:p>
              <a:pPr algn="ctr"/>
              <a:endParaRPr lang="en-US" sz="1364" b="1" dirty="0">
                <a:solidFill>
                  <a:srgbClr val="FFC000"/>
                </a:solidFill>
                <a:latin typeface="Trebuchet MS" pitchFamily="34" charset="0"/>
              </a:endParaRPr>
            </a:p>
            <a:p>
              <a:pPr algn="ctr"/>
              <a:r>
                <a:rPr lang="en-US" sz="1559" b="1" dirty="0">
                  <a:solidFill>
                    <a:srgbClr val="FFC000"/>
                  </a:solidFill>
                  <a:latin typeface="Trebuchet MS" pitchFamily="34" charset="0"/>
                </a:rPr>
                <a:t>Adding Logos</a:t>
              </a:r>
              <a:r>
                <a:rPr lang="en-US" sz="1559" b="1" baseline="0" dirty="0">
                  <a:solidFill>
                    <a:srgbClr val="FFC000"/>
                  </a:solidFill>
                  <a:latin typeface="Trebuchet MS" pitchFamily="34" charset="0"/>
                </a:rPr>
                <a:t> / Seals</a:t>
              </a:r>
            </a:p>
            <a:p>
              <a:pPr algn="l"/>
              <a:r>
                <a:rPr lang="en-US" sz="1169" b="0" baseline="0" dirty="0">
                  <a:solidFill>
                    <a:schemeClr val="bg1">
                      <a:lumMod val="75000"/>
                    </a:schemeClr>
                  </a:solidFill>
                  <a:latin typeface="Trebuchet MS" pitchFamily="34" charset="0"/>
                </a:rPr>
                <a:t>Most often, logos are added on each side of the title. You can insert a logo by dragging and dropping it from your desktop, copy and paste or by going to INSERT &gt; PICTURES. Logos taken from web sites are likely to be low quality when printed. Zoom it at 100% to see what the logo will look like on the final poster and make any necessary adjustments.  </a:t>
              </a:r>
            </a:p>
            <a:p>
              <a:pPr algn="l"/>
              <a:endParaRPr lang="en-US" sz="1169" b="0" spc="146" baseline="0" dirty="0">
                <a:solidFill>
                  <a:schemeClr val="bg1">
                    <a:lumMod val="75000"/>
                  </a:schemeClr>
                </a:solidFill>
                <a:latin typeface="Trebuchet MS" pitchFamily="34" charset="0"/>
              </a:endParaRPr>
            </a:p>
            <a:p>
              <a:pPr algn="l"/>
              <a:r>
                <a:rPr lang="en-US" sz="1169" b="1" spc="146" baseline="0" dirty="0">
                  <a:solidFill>
                    <a:srgbClr val="FFC000"/>
                  </a:solidFill>
                  <a:latin typeface="Trebuchet MS" pitchFamily="34" charset="0"/>
                </a:rPr>
                <a:t>TIP:</a:t>
              </a:r>
              <a:r>
                <a:rPr lang="en-US" sz="1169" b="1" spc="0" baseline="0" dirty="0">
                  <a:solidFill>
                    <a:srgbClr val="FFC000"/>
                  </a:solidFill>
                  <a:latin typeface="Trebuchet MS" pitchFamily="34" charset="0"/>
                </a:rPr>
                <a:t> </a:t>
              </a:r>
              <a:r>
                <a:rPr lang="en-US" sz="1169" b="0" baseline="0" dirty="0">
                  <a:solidFill>
                    <a:schemeClr val="bg1">
                      <a:lumMod val="75000"/>
                    </a:schemeClr>
                  </a:solidFill>
                  <a:latin typeface="Trebuchet MS" pitchFamily="34" charset="0"/>
                </a:rPr>
                <a:t>See if your school’s logo is available on our free poster templates page.</a:t>
              </a:r>
            </a:p>
            <a:p>
              <a:pPr algn="l"/>
              <a:endParaRPr lang="en-US" sz="1169" b="0" baseline="0" dirty="0">
                <a:latin typeface="Trebuchet MS" pitchFamily="34" charset="0"/>
              </a:endParaRPr>
            </a:p>
            <a:p>
              <a:pPr algn="ctr"/>
              <a:r>
                <a:rPr lang="en-US" sz="1559" b="1" baseline="0" dirty="0">
                  <a:solidFill>
                    <a:srgbClr val="FFC000"/>
                  </a:solidFill>
                  <a:latin typeface="Trebuchet MS" pitchFamily="34" charset="0"/>
                </a:rPr>
                <a:t>Photographs / Graphics</a:t>
              </a:r>
            </a:p>
            <a:p>
              <a:pPr algn="l" defTabSz="476433"/>
              <a:r>
                <a:rPr lang="en-US" sz="1169" b="0" baseline="0" dirty="0">
                  <a:solidFill>
                    <a:schemeClr val="bg1">
                      <a:lumMod val="75000"/>
                    </a:schemeClr>
                  </a:solidFill>
                  <a:latin typeface="Trebuchet MS" pitchFamily="34" charset="0"/>
                </a:rPr>
                <a:t>You can add images by dragging and dropping from your desktop, copy and paste, or by going to INSERT &gt; PICTURES. Resize images proportionally by holding down the SHIFT key and dragging one of the corner handles. For a professional-looking poster, do not distort your images by enlarging them </a:t>
              </a:r>
              <a:r>
                <a:rPr lang="en-US" sz="1169" b="0" spc="0" baseline="0" dirty="0">
                  <a:solidFill>
                    <a:schemeClr val="bg1">
                      <a:lumMod val="75000"/>
                    </a:schemeClr>
                  </a:solidFill>
                  <a:latin typeface="Trebuchet MS" pitchFamily="34" charset="0"/>
                </a:rPr>
                <a:t>disproportionally.</a:t>
              </a:r>
            </a:p>
            <a:p>
              <a:pPr algn="l" defTabSz="476433"/>
              <a:endParaRPr lang="en-US" sz="1169" b="0" baseline="0" dirty="0">
                <a:latin typeface="Trebuchet MS" pitchFamily="34" charset="0"/>
              </a:endParaRPr>
            </a:p>
            <a:p>
              <a:pPr algn="ctr"/>
              <a:endParaRPr lang="en-US" sz="1364" b="1" baseline="0" dirty="0">
                <a:solidFill>
                  <a:srgbClr val="FFC000"/>
                </a:solidFill>
                <a:latin typeface="Trebuchet MS" pitchFamily="34" charset="0"/>
              </a:endParaRPr>
            </a:p>
            <a:p>
              <a:pPr algn="ctr"/>
              <a:endParaRPr lang="en-US" sz="1364" b="1" baseline="0" dirty="0">
                <a:solidFill>
                  <a:srgbClr val="FFC000"/>
                </a:solidFill>
                <a:latin typeface="Trebuchet MS" pitchFamily="34" charset="0"/>
              </a:endParaRPr>
            </a:p>
            <a:p>
              <a:pPr algn="ctr"/>
              <a:endParaRPr lang="en-US" sz="1364" b="1" baseline="0" dirty="0">
                <a:solidFill>
                  <a:srgbClr val="FFC000"/>
                </a:solidFill>
                <a:latin typeface="Trebuchet MS" pitchFamily="34" charset="0"/>
              </a:endParaRPr>
            </a:p>
            <a:p>
              <a:pPr algn="ctr"/>
              <a:endParaRPr lang="en-US" sz="1364" b="1" baseline="0" dirty="0">
                <a:solidFill>
                  <a:srgbClr val="FFC000"/>
                </a:solidFill>
                <a:latin typeface="Trebuchet MS" pitchFamily="34" charset="0"/>
              </a:endParaRPr>
            </a:p>
            <a:p>
              <a:pPr algn="ctr"/>
              <a:endParaRPr lang="en-US" sz="1364" b="1" baseline="0" dirty="0">
                <a:solidFill>
                  <a:srgbClr val="FFC000"/>
                </a:solidFill>
                <a:latin typeface="Trebuchet MS" pitchFamily="34" charset="0"/>
              </a:endParaRPr>
            </a:p>
            <a:p>
              <a:pPr algn="ctr"/>
              <a:endParaRPr lang="en-US" sz="1364" b="1" baseline="0" dirty="0">
                <a:solidFill>
                  <a:srgbClr val="FFC000"/>
                </a:solidFill>
                <a:latin typeface="Trebuchet MS" pitchFamily="34" charset="0"/>
              </a:endParaRPr>
            </a:p>
            <a:p>
              <a:pPr algn="ctr"/>
              <a:r>
                <a:rPr lang="en-US" sz="1559" b="1" baseline="0" dirty="0">
                  <a:solidFill>
                    <a:srgbClr val="FFC000"/>
                  </a:solidFill>
                  <a:latin typeface="Trebuchet MS" pitchFamily="34" charset="0"/>
                </a:rPr>
                <a:t>Image Quality Check</a:t>
              </a:r>
            </a:p>
            <a:p>
              <a:pPr lvl="0" algn="l" defTabSz="476433"/>
              <a:r>
                <a:rPr lang="en-US" sz="1169" b="0" baseline="0" dirty="0">
                  <a:solidFill>
                    <a:schemeClr val="bg1">
                      <a:lumMod val="75000"/>
                    </a:schemeClr>
                  </a:solidFill>
                  <a:latin typeface="Trebuchet MS" pitchFamily="34" charset="0"/>
                </a:rPr>
                <a:t>Zoom in and look at your images at 100% magnification. If they look good they will print well. </a:t>
              </a:r>
              <a:endParaRPr lang="en-US" sz="1364" b="0" dirty="0">
                <a:latin typeface="Trebuchet MS" pitchFamily="34" charset="0"/>
              </a:endParaRPr>
            </a:p>
          </p:txBody>
        </p:sp>
        <p:cxnSp>
          <p:nvCxnSpPr>
            <p:cNvPr id="56" name="Straight Connector 55"/>
            <p:cNvCxnSpPr/>
            <p:nvPr/>
          </p:nvCxnSpPr>
          <p:spPr>
            <a:xfrm>
              <a:off x="-11225189" y="8422500"/>
              <a:ext cx="10999746" cy="3341"/>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pic>
          <p:nvPicPr>
            <p:cNvPr id="57" name="Picture 56"/>
            <p:cNvPicPr>
              <a:picLocks noChangeAspect="1"/>
            </p:cNvPicPr>
            <p:nvPr userDrawn="1"/>
          </p:nvPicPr>
          <p:blipFill>
            <a:blip r:embed="rId10"/>
            <a:stretch>
              <a:fillRect/>
            </a:stretch>
          </p:blipFill>
          <p:spPr>
            <a:xfrm>
              <a:off x="-10740740" y="10261718"/>
              <a:ext cx="1597666" cy="1201935"/>
            </a:xfrm>
            <a:prstGeom prst="rect">
              <a:avLst/>
            </a:prstGeom>
          </p:spPr>
        </p:pic>
        <p:pic>
          <p:nvPicPr>
            <p:cNvPr id="58" name="Picture 57"/>
            <p:cNvPicPr>
              <a:picLocks noChangeAspect="1"/>
            </p:cNvPicPr>
            <p:nvPr userDrawn="1"/>
          </p:nvPicPr>
          <p:blipFill>
            <a:blip r:embed="rId11"/>
            <a:stretch>
              <a:fillRect/>
            </a:stretch>
          </p:blipFill>
          <p:spPr>
            <a:xfrm>
              <a:off x="-10732765" y="15696927"/>
              <a:ext cx="9986808" cy="1053596"/>
            </a:xfrm>
            <a:prstGeom prst="rect">
              <a:avLst/>
            </a:prstGeom>
          </p:spPr>
        </p:pic>
        <p:grpSp>
          <p:nvGrpSpPr>
            <p:cNvPr id="59" name="Group 58"/>
            <p:cNvGrpSpPr/>
            <p:nvPr userDrawn="1"/>
          </p:nvGrpSpPr>
          <p:grpSpPr>
            <a:xfrm>
              <a:off x="-9744993" y="23540951"/>
              <a:ext cx="7531182" cy="2308031"/>
              <a:chOff x="-4470427" y="11016658"/>
              <a:chExt cx="3470785" cy="1060408"/>
            </a:xfrm>
          </p:grpSpPr>
          <p:grpSp>
            <p:nvGrpSpPr>
              <p:cNvPr id="65" name="Group 64"/>
              <p:cNvGrpSpPr/>
              <p:nvPr userDrawn="1"/>
            </p:nvGrpSpPr>
            <p:grpSpPr>
              <a:xfrm>
                <a:off x="-2783495" y="11060885"/>
                <a:ext cx="624431" cy="911073"/>
                <a:chOff x="-3958697" y="11117435"/>
                <a:chExt cx="779338" cy="1305562"/>
              </a:xfrm>
            </p:grpSpPr>
            <p:pic>
              <p:nvPicPr>
                <p:cNvPr id="71" name="Picture 70"/>
                <p:cNvPicPr>
                  <a:picLocks noChangeAspect="1"/>
                </p:cNvPicPr>
                <p:nvPr userDrawn="1"/>
              </p:nvPicPr>
              <p:blipFill>
                <a:blip r:embed="rId12"/>
                <a:stretch>
                  <a:fillRect/>
                </a:stretch>
              </p:blipFill>
              <p:spPr>
                <a:xfrm>
                  <a:off x="-3948160" y="11117435"/>
                  <a:ext cx="768801" cy="1090857"/>
                </a:xfrm>
                <a:prstGeom prst="rect">
                  <a:avLst/>
                </a:prstGeom>
              </p:spPr>
            </p:pic>
            <p:sp>
              <p:nvSpPr>
                <p:cNvPr id="72" name="TextBox 71"/>
                <p:cNvSpPr txBox="1"/>
                <p:nvPr userDrawn="1"/>
              </p:nvSpPr>
              <p:spPr>
                <a:xfrm>
                  <a:off x="-3958697" y="12114178"/>
                  <a:ext cx="779337" cy="308819"/>
                </a:xfrm>
                <a:prstGeom prst="rect">
                  <a:avLst/>
                </a:prstGeom>
                <a:solidFill>
                  <a:schemeClr val="accent1"/>
                </a:solidFill>
                <a:ln>
                  <a:noFill/>
                </a:ln>
              </p:spPr>
              <p:txBody>
                <a:bodyPr wrap="square" lIns="91440" tIns="91440" rIns="91440" bIns="91440" rtlCol="0">
                  <a:spAutoFit/>
                </a:bodyPr>
                <a:lstStyle/>
                <a:p>
                  <a:pPr algn="ctr"/>
                  <a:r>
                    <a:rPr lang="en-US" sz="780" b="1" dirty="0">
                      <a:solidFill>
                        <a:schemeClr val="tx1"/>
                      </a:solidFill>
                    </a:rPr>
                    <a:t>ORIGINAL</a:t>
                  </a:r>
                </a:p>
              </p:txBody>
            </p:sp>
          </p:grpSp>
          <p:grpSp>
            <p:nvGrpSpPr>
              <p:cNvPr id="66" name="Group 65"/>
              <p:cNvGrpSpPr/>
              <p:nvPr userDrawn="1"/>
            </p:nvGrpSpPr>
            <p:grpSpPr>
              <a:xfrm>
                <a:off x="-2033159" y="11060891"/>
                <a:ext cx="1033517" cy="914555"/>
                <a:chOff x="-2921738" y="11200127"/>
                <a:chExt cx="1420279" cy="1256798"/>
              </a:xfrm>
            </p:grpSpPr>
            <p:pic>
              <p:nvPicPr>
                <p:cNvPr id="69" name="Picture 68"/>
                <p:cNvPicPr>
                  <a:picLocks noChangeAspect="1"/>
                </p:cNvPicPr>
                <p:nvPr userDrawn="1"/>
              </p:nvPicPr>
              <p:blipFill>
                <a:blip r:embed="rId12"/>
                <a:stretch>
                  <a:fillRect/>
                </a:stretch>
              </p:blipFill>
              <p:spPr>
                <a:xfrm>
                  <a:off x="-2921738" y="11200127"/>
                  <a:ext cx="1420279" cy="1029694"/>
                </a:xfrm>
                <a:prstGeom prst="rect">
                  <a:avLst/>
                </a:prstGeom>
              </p:spPr>
            </p:pic>
            <p:sp>
              <p:nvSpPr>
                <p:cNvPr id="70" name="TextBox 69"/>
                <p:cNvSpPr txBox="1"/>
                <p:nvPr userDrawn="1"/>
              </p:nvSpPr>
              <p:spPr>
                <a:xfrm>
                  <a:off x="-2918991" y="12175418"/>
                  <a:ext cx="1417532" cy="281507"/>
                </a:xfrm>
                <a:prstGeom prst="rect">
                  <a:avLst/>
                </a:prstGeom>
                <a:solidFill>
                  <a:srgbClr val="FF0000"/>
                </a:solidFill>
              </p:spPr>
              <p:txBody>
                <a:bodyPr wrap="square" lIns="457200" tIns="91440" rIns="457200" bIns="91440" rtlCol="0">
                  <a:spAutoFit/>
                </a:bodyPr>
                <a:lstStyle/>
                <a:p>
                  <a:pPr algn="ctr"/>
                  <a:r>
                    <a:rPr lang="en-US" sz="682" b="1" dirty="0">
                      <a:solidFill>
                        <a:schemeClr val="bg1"/>
                      </a:solidFill>
                    </a:rPr>
                    <a:t>DISTORTED</a:t>
                  </a:r>
                  <a:endParaRPr lang="en-US" sz="341" b="1" dirty="0">
                    <a:solidFill>
                      <a:schemeClr val="bg1"/>
                    </a:solidFill>
                  </a:endParaRPr>
                </a:p>
              </p:txBody>
            </p:sp>
          </p:grpSp>
          <p:pic>
            <p:nvPicPr>
              <p:cNvPr id="67" name="Picture 66"/>
              <p:cNvPicPr>
                <a:picLocks noChangeAspect="1"/>
              </p:cNvPicPr>
              <p:nvPr userDrawn="1"/>
            </p:nvPicPr>
            <p:blipFill>
              <a:blip r:embed="rId13"/>
              <a:stretch>
                <a:fillRect/>
              </a:stretch>
            </p:blipFill>
            <p:spPr>
              <a:xfrm>
                <a:off x="-4470427" y="11016658"/>
                <a:ext cx="1098742" cy="847761"/>
              </a:xfrm>
              <a:prstGeom prst="rect">
                <a:avLst/>
              </a:prstGeom>
            </p:spPr>
          </p:pic>
          <p:sp>
            <p:nvSpPr>
              <p:cNvPr id="68" name="TextBox 67"/>
              <p:cNvSpPr txBox="1"/>
              <p:nvPr userDrawn="1"/>
            </p:nvSpPr>
            <p:spPr>
              <a:xfrm>
                <a:off x="-4440600" y="11665645"/>
                <a:ext cx="1035685" cy="411421"/>
              </a:xfrm>
              <a:prstGeom prst="rect">
                <a:avLst/>
              </a:prstGeom>
              <a:noFill/>
            </p:spPr>
            <p:txBody>
              <a:bodyPr wrap="square" lIns="457200" tIns="457200" rIns="457200" bIns="0" rtlCol="0">
                <a:spAutoFit/>
              </a:bodyPr>
              <a:lstStyle/>
              <a:p>
                <a:pPr algn="ctr"/>
                <a:r>
                  <a:rPr lang="en-US" sz="780" dirty="0">
                    <a:solidFill>
                      <a:schemeClr val="bg1"/>
                    </a:solidFill>
                  </a:rPr>
                  <a:t>Corner</a:t>
                </a:r>
                <a:r>
                  <a:rPr lang="en-US" sz="780" baseline="0" dirty="0">
                    <a:solidFill>
                      <a:schemeClr val="bg1"/>
                    </a:solidFill>
                  </a:rPr>
                  <a:t> handles</a:t>
                </a:r>
                <a:endParaRPr lang="en-US" sz="780" dirty="0">
                  <a:solidFill>
                    <a:schemeClr val="bg1"/>
                  </a:solidFill>
                </a:endParaRPr>
              </a:p>
            </p:txBody>
          </p:sp>
        </p:grpSp>
        <p:grpSp>
          <p:nvGrpSpPr>
            <p:cNvPr id="60" name="Group 59"/>
            <p:cNvGrpSpPr/>
            <p:nvPr userDrawn="1"/>
          </p:nvGrpSpPr>
          <p:grpSpPr>
            <a:xfrm>
              <a:off x="-10383454" y="27751410"/>
              <a:ext cx="9292334" cy="2453251"/>
              <a:chOff x="-4747927" y="12734136"/>
              <a:chExt cx="4282421" cy="1127128"/>
            </a:xfrm>
          </p:grpSpPr>
          <p:graphicFrame>
            <p:nvGraphicFramePr>
              <p:cNvPr id="61" name="Object 60"/>
              <p:cNvGraphicFramePr>
                <a:graphicFrameLocks noChangeAspect="1"/>
              </p:cNvGraphicFramePr>
              <p:nvPr userDrawn="1">
                <p:extLst>
                  <p:ext uri="{D42A27DB-BD31-4B8C-83A1-F6EECF244321}">
                    <p14:modId xmlns:p14="http://schemas.microsoft.com/office/powerpoint/2010/main" val="1199812768"/>
                  </p:ext>
                </p:extLst>
              </p:nvPr>
            </p:nvGraphicFramePr>
            <p:xfrm>
              <a:off x="-4533347" y="12734142"/>
              <a:ext cx="1828800" cy="1117600"/>
            </p:xfrm>
            <a:graphic>
              <a:graphicData uri="http://schemas.openxmlformats.org/presentationml/2006/ole">
                <mc:AlternateContent xmlns:mc="http://schemas.openxmlformats.org/markup-compatibility/2006">
                  <mc:Choice xmlns:v="urn:schemas-microsoft-com:vml" Requires="v">
                    <p:oleObj name="Image" r:id="rId14" imgW="1828440" imgH="1117440" progId="Photoshop.Image.13">
                      <p:embed/>
                    </p:oleObj>
                  </mc:Choice>
                  <mc:Fallback>
                    <p:oleObj name="Image" r:id="rId14" imgW="1828440" imgH="1117440" progId="Photoshop.Image.13">
                      <p:embed/>
                      <p:pic>
                        <p:nvPicPr>
                          <p:cNvPr id="61" name="Object 60"/>
                          <p:cNvPicPr/>
                          <p:nvPr/>
                        </p:nvPicPr>
                        <p:blipFill>
                          <a:blip r:embed="rId15"/>
                          <a:stretch>
                            <a:fillRect/>
                          </a:stretch>
                        </p:blipFill>
                        <p:spPr>
                          <a:xfrm>
                            <a:off x="-4533347" y="12734142"/>
                            <a:ext cx="1828800" cy="1117600"/>
                          </a:xfrm>
                          <a:prstGeom prst="rect">
                            <a:avLst/>
                          </a:prstGeom>
                        </p:spPr>
                      </p:pic>
                    </p:oleObj>
                  </mc:Fallback>
                </mc:AlternateContent>
              </a:graphicData>
            </a:graphic>
          </p:graphicFrame>
          <p:graphicFrame>
            <p:nvGraphicFramePr>
              <p:cNvPr id="62" name="Object 61"/>
              <p:cNvGraphicFramePr>
                <a:graphicFrameLocks noChangeAspect="1"/>
              </p:cNvGraphicFramePr>
              <p:nvPr userDrawn="1">
                <p:extLst>
                  <p:ext uri="{D42A27DB-BD31-4B8C-83A1-F6EECF244321}">
                    <p14:modId xmlns:p14="http://schemas.microsoft.com/office/powerpoint/2010/main" val="4096349677"/>
                  </p:ext>
                </p:extLst>
              </p:nvPr>
            </p:nvGraphicFramePr>
            <p:xfrm>
              <a:off x="-2456641" y="12737835"/>
              <a:ext cx="1828800" cy="1117600"/>
            </p:xfrm>
            <a:graphic>
              <a:graphicData uri="http://schemas.openxmlformats.org/presentationml/2006/ole">
                <mc:AlternateContent xmlns:mc="http://schemas.openxmlformats.org/markup-compatibility/2006">
                  <mc:Choice xmlns:v="urn:schemas-microsoft-com:vml" Requires="v">
                    <p:oleObj name="Image" r:id="rId16" imgW="1828440" imgH="1117440" progId="Photoshop.Image.13">
                      <p:embed/>
                    </p:oleObj>
                  </mc:Choice>
                  <mc:Fallback>
                    <p:oleObj name="Image" r:id="rId16" imgW="1828440" imgH="1117440" progId="Photoshop.Image.13">
                      <p:embed/>
                      <p:pic>
                        <p:nvPicPr>
                          <p:cNvPr id="62" name="Object 61"/>
                          <p:cNvPicPr/>
                          <p:nvPr/>
                        </p:nvPicPr>
                        <p:blipFill>
                          <a:blip r:embed="rId17"/>
                          <a:stretch>
                            <a:fillRect/>
                          </a:stretch>
                        </p:blipFill>
                        <p:spPr>
                          <a:xfrm>
                            <a:off x="-2456641" y="12737835"/>
                            <a:ext cx="1828800" cy="1117600"/>
                          </a:xfrm>
                          <a:prstGeom prst="rect">
                            <a:avLst/>
                          </a:prstGeom>
                        </p:spPr>
                      </p:pic>
                    </p:oleObj>
                  </mc:Fallback>
                </mc:AlternateContent>
              </a:graphicData>
            </a:graphic>
          </p:graphicFrame>
          <p:sp>
            <p:nvSpPr>
              <p:cNvPr id="63" name="TextBox 62"/>
              <p:cNvSpPr txBox="1"/>
              <p:nvPr userDrawn="1"/>
            </p:nvSpPr>
            <p:spPr>
              <a:xfrm rot="16200000">
                <a:off x="-5235785" y="13221994"/>
                <a:ext cx="1117601" cy="141886"/>
              </a:xfrm>
              <a:prstGeom prst="rect">
                <a:avLst/>
              </a:prstGeom>
              <a:noFill/>
            </p:spPr>
            <p:txBody>
              <a:bodyPr wrap="square" lIns="91440" tIns="91440" rIns="91440" bIns="0" rtlCol="0">
                <a:spAutoFit/>
              </a:bodyPr>
              <a:lstStyle/>
              <a:p>
                <a:pPr algn="ctr"/>
                <a:r>
                  <a:rPr lang="en-US" sz="780" dirty="0">
                    <a:solidFill>
                      <a:srgbClr val="92D050"/>
                    </a:solidFill>
                  </a:rPr>
                  <a:t>Good</a:t>
                </a:r>
                <a:r>
                  <a:rPr lang="en-US" sz="780" baseline="0" dirty="0">
                    <a:solidFill>
                      <a:srgbClr val="92D050"/>
                    </a:solidFill>
                  </a:rPr>
                  <a:t> </a:t>
                </a:r>
                <a:r>
                  <a:rPr lang="en-US" sz="780" baseline="0" dirty="0">
                    <a:solidFill>
                      <a:schemeClr val="bg1"/>
                    </a:solidFill>
                  </a:rPr>
                  <a:t>printing quality</a:t>
                </a:r>
                <a:endParaRPr lang="en-US" sz="780" dirty="0">
                  <a:solidFill>
                    <a:schemeClr val="bg1"/>
                  </a:solidFill>
                </a:endParaRPr>
              </a:p>
            </p:txBody>
          </p:sp>
          <p:sp>
            <p:nvSpPr>
              <p:cNvPr id="64" name="TextBox 63"/>
              <p:cNvSpPr txBox="1"/>
              <p:nvPr userDrawn="1"/>
            </p:nvSpPr>
            <p:spPr>
              <a:xfrm rot="16200000">
                <a:off x="-1095250" y="13231521"/>
                <a:ext cx="1117601" cy="141886"/>
              </a:xfrm>
              <a:prstGeom prst="rect">
                <a:avLst/>
              </a:prstGeom>
              <a:noFill/>
            </p:spPr>
            <p:txBody>
              <a:bodyPr wrap="square" lIns="91440" tIns="91440" rIns="91440" bIns="0" rtlCol="0">
                <a:spAutoFit/>
              </a:bodyPr>
              <a:lstStyle/>
              <a:p>
                <a:pPr algn="ctr"/>
                <a:r>
                  <a:rPr lang="en-US" sz="780" dirty="0">
                    <a:solidFill>
                      <a:srgbClr val="FF0000"/>
                    </a:solidFill>
                  </a:rPr>
                  <a:t>Bad </a:t>
                </a:r>
                <a:r>
                  <a:rPr lang="en-US" sz="780" dirty="0">
                    <a:solidFill>
                      <a:schemeClr val="bg1"/>
                    </a:solidFill>
                  </a:rPr>
                  <a:t>printing quality</a:t>
                </a:r>
              </a:p>
            </p:txBody>
          </p:sp>
        </p:grpSp>
      </p:grpSp>
      <p:sp>
        <p:nvSpPr>
          <p:cNvPr id="40" name="Text Box 14"/>
          <p:cNvSpPr txBox="1">
            <a:spLocks noChangeArrowheads="1"/>
          </p:cNvSpPr>
          <p:nvPr userDrawn="1"/>
        </p:nvSpPr>
        <p:spPr bwMode="auto">
          <a:xfrm>
            <a:off x="1081094" y="20992133"/>
            <a:ext cx="1734518" cy="166396"/>
          </a:xfrm>
          <a:prstGeom prst="rect">
            <a:avLst/>
          </a:prstGeom>
          <a:noFill/>
          <a:ln w="9525">
            <a:noFill/>
            <a:miter lim="800000"/>
            <a:headEnd/>
            <a:tailEnd/>
          </a:ln>
          <a:effectLst/>
        </p:spPr>
        <p:txBody>
          <a:bodyPr lIns="44463" tIns="22227" rIns="44463" bIns="22227">
            <a:spAutoFit/>
          </a:bodyPr>
          <a:lstStyle/>
          <a:p>
            <a:pPr eaLnBrk="0" hangingPunct="0">
              <a:lnSpc>
                <a:spcPct val="65000"/>
              </a:lnSpc>
              <a:spcBef>
                <a:spcPct val="50000"/>
              </a:spcBef>
              <a:defRPr/>
            </a:pPr>
            <a:r>
              <a:rPr lang="en-US" sz="244" b="1" dirty="0">
                <a:solidFill>
                  <a:schemeClr val="bg1">
                    <a:lumMod val="75000"/>
                  </a:schemeClr>
                </a:solidFill>
                <a:latin typeface="Arial" charset="0"/>
              </a:rPr>
              <a:t>RESEARCH POSTER PRESENTATION DESIGN © 2015</a:t>
            </a:r>
          </a:p>
          <a:p>
            <a:pPr eaLnBrk="0" hangingPunct="0">
              <a:lnSpc>
                <a:spcPct val="65000"/>
              </a:lnSpc>
              <a:spcBef>
                <a:spcPct val="50000"/>
              </a:spcBef>
              <a:defRPr/>
            </a:pPr>
            <a:r>
              <a:rPr lang="en-US" sz="536" b="1" dirty="0">
                <a:solidFill>
                  <a:schemeClr val="bg1">
                    <a:lumMod val="75000"/>
                  </a:schemeClr>
                </a:solidFill>
                <a:latin typeface="Arial" charset="0"/>
              </a:rPr>
              <a:t>www.PosterPresentations.com</a:t>
            </a:r>
          </a:p>
        </p:txBody>
      </p:sp>
    </p:spTree>
  </p:cSld>
  <p:clrMap bg1="lt1" tx1="dk1" bg2="lt2" tx2="dk2" accent1="accent1" accent2="accent2" accent3="accent3" accent4="accent4" accent5="accent5" accent6="accent6" hlink="hlink" folHlink="folHlink"/>
  <p:sldLayoutIdLst>
    <p:sldLayoutId id="2147483658" r:id="rId1"/>
  </p:sldLayoutIdLst>
  <p:txStyles>
    <p:titleStyle>
      <a:lvl1pPr algn="ctr" defTabSz="2138272" rtl="0" eaLnBrk="1" latinLnBrk="0" hangingPunct="1">
        <a:spcBef>
          <a:spcPct val="0"/>
        </a:spcBef>
        <a:buNone/>
        <a:defRPr sz="4287" kern="1200">
          <a:solidFill>
            <a:schemeClr val="bg1"/>
          </a:solidFill>
          <a:latin typeface="Trebuchet MS" pitchFamily="34" charset="0"/>
          <a:ea typeface="+mj-ea"/>
          <a:cs typeface="+mj-cs"/>
        </a:defRPr>
      </a:lvl1pPr>
    </p:titleStyle>
    <p:bodyStyle>
      <a:lvl1pPr marL="801852" indent="-801852" algn="l" defTabSz="2138272" rtl="0" eaLnBrk="1" latinLnBrk="0" hangingPunct="1">
        <a:spcBef>
          <a:spcPct val="20000"/>
        </a:spcBef>
        <a:buFont typeface="Arial" pitchFamily="34" charset="0"/>
        <a:buChar char="•"/>
        <a:defRPr sz="7503" kern="1200">
          <a:solidFill>
            <a:schemeClr val="tx1"/>
          </a:solidFill>
          <a:latin typeface="+mn-lt"/>
          <a:ea typeface="+mn-ea"/>
          <a:cs typeface="+mn-cs"/>
        </a:defRPr>
      </a:lvl1pPr>
      <a:lvl2pPr marL="1737346" indent="-668210" algn="l" defTabSz="2138272" rtl="0" eaLnBrk="1" latinLnBrk="0" hangingPunct="1">
        <a:spcBef>
          <a:spcPct val="20000"/>
        </a:spcBef>
        <a:buFont typeface="Arial" pitchFamily="34" charset="0"/>
        <a:buChar char="–"/>
        <a:defRPr sz="6577" kern="1200">
          <a:solidFill>
            <a:schemeClr val="tx1"/>
          </a:solidFill>
          <a:latin typeface="+mn-lt"/>
          <a:ea typeface="+mn-ea"/>
          <a:cs typeface="+mn-cs"/>
        </a:defRPr>
      </a:lvl2pPr>
      <a:lvl3pPr marL="2672841" indent="-534569" algn="l" defTabSz="2138272" rtl="0" eaLnBrk="1" latinLnBrk="0" hangingPunct="1">
        <a:spcBef>
          <a:spcPct val="20000"/>
        </a:spcBef>
        <a:buFont typeface="Arial" pitchFamily="34" charset="0"/>
        <a:buChar char="•"/>
        <a:defRPr sz="5652" kern="1200">
          <a:solidFill>
            <a:schemeClr val="tx1"/>
          </a:solidFill>
          <a:latin typeface="+mn-lt"/>
          <a:ea typeface="+mn-ea"/>
          <a:cs typeface="+mn-cs"/>
        </a:defRPr>
      </a:lvl3pPr>
      <a:lvl4pPr marL="3741977" indent="-534569" algn="l" defTabSz="2138272" rtl="0" eaLnBrk="1" latinLnBrk="0" hangingPunct="1">
        <a:spcBef>
          <a:spcPct val="20000"/>
        </a:spcBef>
        <a:buFont typeface="Arial" pitchFamily="34" charset="0"/>
        <a:buChar char="–"/>
        <a:defRPr sz="4677" kern="1200">
          <a:solidFill>
            <a:schemeClr val="tx1"/>
          </a:solidFill>
          <a:latin typeface="+mn-lt"/>
          <a:ea typeface="+mn-ea"/>
          <a:cs typeface="+mn-cs"/>
        </a:defRPr>
      </a:lvl4pPr>
      <a:lvl5pPr marL="4811113" indent="-534569" algn="l" defTabSz="2138272" rtl="0" eaLnBrk="1" latinLnBrk="0" hangingPunct="1">
        <a:spcBef>
          <a:spcPct val="20000"/>
        </a:spcBef>
        <a:buFont typeface="Arial" pitchFamily="34" charset="0"/>
        <a:buChar char="»"/>
        <a:defRPr sz="4677" kern="1200">
          <a:solidFill>
            <a:schemeClr val="tx1"/>
          </a:solidFill>
          <a:latin typeface="+mn-lt"/>
          <a:ea typeface="+mn-ea"/>
          <a:cs typeface="+mn-cs"/>
        </a:defRPr>
      </a:lvl5pPr>
      <a:lvl6pPr marL="5880249" indent="-534569" algn="l" defTabSz="2138272" rtl="0" eaLnBrk="1" latinLnBrk="0" hangingPunct="1">
        <a:spcBef>
          <a:spcPct val="20000"/>
        </a:spcBef>
        <a:buFont typeface="Arial" pitchFamily="34" charset="0"/>
        <a:buChar char="•"/>
        <a:defRPr sz="4677" kern="1200">
          <a:solidFill>
            <a:schemeClr val="tx1"/>
          </a:solidFill>
          <a:latin typeface="+mn-lt"/>
          <a:ea typeface="+mn-ea"/>
          <a:cs typeface="+mn-cs"/>
        </a:defRPr>
      </a:lvl6pPr>
      <a:lvl7pPr marL="6949385" indent="-534569" algn="l" defTabSz="2138272" rtl="0" eaLnBrk="1" latinLnBrk="0" hangingPunct="1">
        <a:spcBef>
          <a:spcPct val="20000"/>
        </a:spcBef>
        <a:buFont typeface="Arial" pitchFamily="34" charset="0"/>
        <a:buChar char="•"/>
        <a:defRPr sz="4677" kern="1200">
          <a:solidFill>
            <a:schemeClr val="tx1"/>
          </a:solidFill>
          <a:latin typeface="+mn-lt"/>
          <a:ea typeface="+mn-ea"/>
          <a:cs typeface="+mn-cs"/>
        </a:defRPr>
      </a:lvl7pPr>
      <a:lvl8pPr marL="8018521" indent="-534569" algn="l" defTabSz="2138272" rtl="0" eaLnBrk="1" latinLnBrk="0" hangingPunct="1">
        <a:spcBef>
          <a:spcPct val="20000"/>
        </a:spcBef>
        <a:buFont typeface="Arial" pitchFamily="34" charset="0"/>
        <a:buChar char="•"/>
        <a:defRPr sz="4677" kern="1200">
          <a:solidFill>
            <a:schemeClr val="tx1"/>
          </a:solidFill>
          <a:latin typeface="+mn-lt"/>
          <a:ea typeface="+mn-ea"/>
          <a:cs typeface="+mn-cs"/>
        </a:defRPr>
      </a:lvl8pPr>
      <a:lvl9pPr marL="9087657" indent="-534569" algn="l" defTabSz="2138272" rtl="0" eaLnBrk="1" latinLnBrk="0" hangingPunct="1">
        <a:spcBef>
          <a:spcPct val="20000"/>
        </a:spcBef>
        <a:buFont typeface="Arial" pitchFamily="34" charset="0"/>
        <a:buChar char="•"/>
        <a:defRPr sz="4677" kern="1200">
          <a:solidFill>
            <a:schemeClr val="tx1"/>
          </a:solidFill>
          <a:latin typeface="+mn-lt"/>
          <a:ea typeface="+mn-ea"/>
          <a:cs typeface="+mn-cs"/>
        </a:defRPr>
      </a:lvl9pPr>
    </p:bodyStyle>
    <p:otherStyle>
      <a:defPPr>
        <a:defRPr lang="en-US"/>
      </a:defPPr>
      <a:lvl1pPr marL="0" algn="l" defTabSz="2138272" rtl="0" eaLnBrk="1" latinLnBrk="0" hangingPunct="1">
        <a:defRPr sz="4190" kern="1200">
          <a:solidFill>
            <a:schemeClr val="tx1"/>
          </a:solidFill>
          <a:latin typeface="+mn-lt"/>
          <a:ea typeface="+mn-ea"/>
          <a:cs typeface="+mn-cs"/>
        </a:defRPr>
      </a:lvl1pPr>
      <a:lvl2pPr marL="1069137" algn="l" defTabSz="2138272" rtl="0" eaLnBrk="1" latinLnBrk="0" hangingPunct="1">
        <a:defRPr sz="4190" kern="1200">
          <a:solidFill>
            <a:schemeClr val="tx1"/>
          </a:solidFill>
          <a:latin typeface="+mn-lt"/>
          <a:ea typeface="+mn-ea"/>
          <a:cs typeface="+mn-cs"/>
        </a:defRPr>
      </a:lvl2pPr>
      <a:lvl3pPr marL="2138272" algn="l" defTabSz="2138272" rtl="0" eaLnBrk="1" latinLnBrk="0" hangingPunct="1">
        <a:defRPr sz="4190" kern="1200">
          <a:solidFill>
            <a:schemeClr val="tx1"/>
          </a:solidFill>
          <a:latin typeface="+mn-lt"/>
          <a:ea typeface="+mn-ea"/>
          <a:cs typeface="+mn-cs"/>
        </a:defRPr>
      </a:lvl3pPr>
      <a:lvl4pPr marL="3207409" algn="l" defTabSz="2138272" rtl="0" eaLnBrk="1" latinLnBrk="0" hangingPunct="1">
        <a:defRPr sz="4190" kern="1200">
          <a:solidFill>
            <a:schemeClr val="tx1"/>
          </a:solidFill>
          <a:latin typeface="+mn-lt"/>
          <a:ea typeface="+mn-ea"/>
          <a:cs typeface="+mn-cs"/>
        </a:defRPr>
      </a:lvl4pPr>
      <a:lvl5pPr marL="4276545" algn="l" defTabSz="2138272" rtl="0" eaLnBrk="1" latinLnBrk="0" hangingPunct="1">
        <a:defRPr sz="4190" kern="1200">
          <a:solidFill>
            <a:schemeClr val="tx1"/>
          </a:solidFill>
          <a:latin typeface="+mn-lt"/>
          <a:ea typeface="+mn-ea"/>
          <a:cs typeface="+mn-cs"/>
        </a:defRPr>
      </a:lvl5pPr>
      <a:lvl6pPr marL="5345681" algn="l" defTabSz="2138272" rtl="0" eaLnBrk="1" latinLnBrk="0" hangingPunct="1">
        <a:defRPr sz="4190" kern="1200">
          <a:solidFill>
            <a:schemeClr val="tx1"/>
          </a:solidFill>
          <a:latin typeface="+mn-lt"/>
          <a:ea typeface="+mn-ea"/>
          <a:cs typeface="+mn-cs"/>
        </a:defRPr>
      </a:lvl6pPr>
      <a:lvl7pPr marL="6414818" algn="l" defTabSz="2138272" rtl="0" eaLnBrk="1" latinLnBrk="0" hangingPunct="1">
        <a:defRPr sz="4190" kern="1200">
          <a:solidFill>
            <a:schemeClr val="tx1"/>
          </a:solidFill>
          <a:latin typeface="+mn-lt"/>
          <a:ea typeface="+mn-ea"/>
          <a:cs typeface="+mn-cs"/>
        </a:defRPr>
      </a:lvl7pPr>
      <a:lvl8pPr marL="7483953" algn="l" defTabSz="2138272" rtl="0" eaLnBrk="1" latinLnBrk="0" hangingPunct="1">
        <a:defRPr sz="4190" kern="1200">
          <a:solidFill>
            <a:schemeClr val="tx1"/>
          </a:solidFill>
          <a:latin typeface="+mn-lt"/>
          <a:ea typeface="+mn-ea"/>
          <a:cs typeface="+mn-cs"/>
        </a:defRPr>
      </a:lvl8pPr>
      <a:lvl9pPr marL="8553090" algn="l" defTabSz="2138272" rtl="0" eaLnBrk="1" latinLnBrk="0" hangingPunct="1">
        <a:defRPr sz="419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accent5">
                <a:lumMod val="50000"/>
              </a:schemeClr>
            </a:gs>
            <a:gs pos="34000">
              <a:schemeClr val="tx2">
                <a:lumMod val="40000"/>
                <a:lumOff val="60000"/>
              </a:schemeClr>
            </a:gs>
            <a:gs pos="100000">
              <a:schemeClr val="accent5">
                <a:lumMod val="20000"/>
                <a:lumOff val="80000"/>
              </a:schemeClr>
            </a:gs>
          </a:gsLst>
          <a:lin ang="16200000" scaled="1"/>
          <a:tileRect/>
        </a:gradFill>
        <a:effectLst/>
      </p:bgPr>
    </p:bg>
    <p:spTree>
      <p:nvGrpSpPr>
        <p:cNvPr id="1" name=""/>
        <p:cNvGrpSpPr/>
        <p:nvPr/>
      </p:nvGrpSpPr>
      <p:grpSpPr>
        <a:xfrm>
          <a:off x="0" y="0"/>
          <a:ext cx="0" cy="0"/>
          <a:chOff x="0" y="0"/>
          <a:chExt cx="0" cy="0"/>
        </a:xfrm>
      </p:grpSpPr>
      <p:sp>
        <p:nvSpPr>
          <p:cNvPr id="7" name="Rectangle 36"/>
          <p:cNvSpPr>
            <a:spLocks noChangeArrowheads="1"/>
          </p:cNvSpPr>
          <p:nvPr/>
        </p:nvSpPr>
        <p:spPr bwMode="auto">
          <a:xfrm>
            <a:off x="1" y="0"/>
            <a:ext cx="30275213" cy="3118445"/>
          </a:xfrm>
          <a:prstGeom prst="rect">
            <a:avLst/>
          </a:prstGeom>
          <a:solidFill>
            <a:schemeClr val="accent5">
              <a:lumMod val="75000"/>
            </a:schemeClr>
          </a:solidFill>
          <a:ln w="9525">
            <a:solidFill>
              <a:schemeClr val="tx1"/>
            </a:solidFill>
            <a:miter lim="800000"/>
            <a:headEnd/>
            <a:tailEnd/>
          </a:ln>
          <a:effectLst/>
        </p:spPr>
        <p:txBody>
          <a:bodyPr wrap="none" lIns="44547" tIns="22273" rIns="44547" bIns="22273" anchor="ctr"/>
          <a:lstStyle/>
          <a:p>
            <a:pPr>
              <a:defRPr/>
            </a:pPr>
            <a:endParaRPr lang="en-US" sz="2818" dirty="0"/>
          </a:p>
        </p:txBody>
      </p:sp>
      <p:sp>
        <p:nvSpPr>
          <p:cNvPr id="9" name="Rectangle 9"/>
          <p:cNvSpPr>
            <a:spLocks noChangeArrowheads="1"/>
          </p:cNvSpPr>
          <p:nvPr/>
        </p:nvSpPr>
        <p:spPr bwMode="auto">
          <a:xfrm>
            <a:off x="1" y="3121540"/>
            <a:ext cx="30275213" cy="98998"/>
          </a:xfrm>
          <a:prstGeom prst="rect">
            <a:avLst/>
          </a:prstGeom>
          <a:solidFill>
            <a:schemeClr val="accent5">
              <a:lumMod val="50000"/>
            </a:schemeClr>
          </a:solidFill>
          <a:ln w="152400">
            <a:noFill/>
            <a:miter lim="800000"/>
            <a:headEnd/>
            <a:tailEnd/>
          </a:ln>
          <a:effectLst/>
        </p:spPr>
        <p:txBody>
          <a:bodyPr wrap="none" lIns="44547" tIns="22273" rIns="44547" bIns="22273" anchor="ctr"/>
          <a:lstStyle/>
          <a:p>
            <a:pPr>
              <a:defRPr/>
            </a:pPr>
            <a:endParaRPr lang="en-US" sz="2818" dirty="0"/>
          </a:p>
        </p:txBody>
      </p:sp>
      <p:sp>
        <p:nvSpPr>
          <p:cNvPr id="21" name="Rounded Rectangle 20"/>
          <p:cNvSpPr/>
          <p:nvPr userDrawn="1"/>
        </p:nvSpPr>
        <p:spPr>
          <a:xfrm>
            <a:off x="636209" y="3415440"/>
            <a:ext cx="6932595" cy="17368008"/>
          </a:xfrm>
          <a:prstGeom prst="roundRect">
            <a:avLst>
              <a:gd name="adj" fmla="val 5862"/>
            </a:avLst>
          </a:prstGeom>
          <a:gradFill>
            <a:gsLst>
              <a:gs pos="0">
                <a:srgbClr val="CDD2DE"/>
              </a:gs>
              <a:gs pos="0">
                <a:schemeClr val="tx2">
                  <a:lumMod val="40000"/>
                  <a:lumOff val="60000"/>
                </a:schemeClr>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18"/>
          </a:p>
        </p:txBody>
      </p:sp>
      <p:sp>
        <p:nvSpPr>
          <p:cNvPr id="22" name="Rounded Rectangle 21"/>
          <p:cNvSpPr/>
          <p:nvPr userDrawn="1"/>
        </p:nvSpPr>
        <p:spPr>
          <a:xfrm>
            <a:off x="22706411" y="3415440"/>
            <a:ext cx="6932595" cy="17368008"/>
          </a:xfrm>
          <a:prstGeom prst="roundRect">
            <a:avLst>
              <a:gd name="adj" fmla="val 5862"/>
            </a:avLst>
          </a:prstGeom>
          <a:gradFill>
            <a:gsLst>
              <a:gs pos="0">
                <a:srgbClr val="CDD2DE"/>
              </a:gs>
              <a:gs pos="0">
                <a:schemeClr val="tx2">
                  <a:lumMod val="40000"/>
                  <a:lumOff val="60000"/>
                </a:schemeClr>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18"/>
          </a:p>
        </p:txBody>
      </p:sp>
      <p:sp>
        <p:nvSpPr>
          <p:cNvPr id="23" name="Rounded Rectangle 22"/>
          <p:cNvSpPr/>
          <p:nvPr userDrawn="1"/>
        </p:nvSpPr>
        <p:spPr>
          <a:xfrm>
            <a:off x="7989840" y="3421628"/>
            <a:ext cx="14295534" cy="17368008"/>
          </a:xfrm>
          <a:prstGeom prst="roundRect">
            <a:avLst>
              <a:gd name="adj" fmla="val 2853"/>
            </a:avLst>
          </a:prstGeom>
          <a:gradFill>
            <a:gsLst>
              <a:gs pos="0">
                <a:srgbClr val="CDD2DE"/>
              </a:gs>
              <a:gs pos="0">
                <a:schemeClr val="tx2">
                  <a:lumMod val="40000"/>
                  <a:lumOff val="60000"/>
                </a:schemeClr>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18"/>
          </a:p>
        </p:txBody>
      </p:sp>
      <p:grpSp>
        <p:nvGrpSpPr>
          <p:cNvPr id="43" name="Group 42"/>
          <p:cNvGrpSpPr/>
          <p:nvPr userDrawn="1"/>
        </p:nvGrpSpPr>
        <p:grpSpPr>
          <a:xfrm>
            <a:off x="30459135" y="-35769"/>
            <a:ext cx="7630428" cy="21419395"/>
            <a:chOff x="44157839" y="-55065"/>
            <a:chExt cx="11062139" cy="32973465"/>
          </a:xfrm>
        </p:grpSpPr>
        <p:sp>
          <p:nvSpPr>
            <p:cNvPr id="44" name="Rectangle 43"/>
            <p:cNvSpPr/>
            <p:nvPr userDrawn="1"/>
          </p:nvSpPr>
          <p:spPr>
            <a:xfrm>
              <a:off x="44157839" y="-55065"/>
              <a:ext cx="11062139" cy="32973465"/>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tIns="457200" rIns="457200" bIns="0" rtlCol="0" anchor="t" anchorCtr="0"/>
            <a:lstStyle/>
            <a:p>
              <a:pPr algn="ctr"/>
              <a:r>
                <a:rPr lang="en-US" sz="1949" b="1" spc="292" dirty="0">
                  <a:solidFill>
                    <a:schemeClr val="bg1"/>
                  </a:solidFill>
                  <a:latin typeface="Trebuchet MS" pitchFamily="34" charset="0"/>
                </a:rPr>
                <a:t>QUICK START (cont.)</a:t>
              </a:r>
            </a:p>
            <a:p>
              <a:pPr algn="ctr"/>
              <a:endParaRPr lang="en-US" sz="1754" b="1" baseline="0" dirty="0">
                <a:solidFill>
                  <a:schemeClr val="bg1"/>
                </a:solidFill>
                <a:latin typeface="Trebuchet MS" pitchFamily="34" charset="0"/>
              </a:endParaRPr>
            </a:p>
            <a:p>
              <a:pPr algn="ctr"/>
              <a:r>
                <a:rPr lang="en-US" sz="1559" b="1" baseline="0" dirty="0">
                  <a:solidFill>
                    <a:srgbClr val="FFC000"/>
                  </a:solidFill>
                  <a:latin typeface="Trebuchet MS" pitchFamily="34" charset="0"/>
                </a:rPr>
                <a:t>How to change the template color theme</a:t>
              </a:r>
            </a:p>
            <a:p>
              <a:pPr marL="0" marR="0" lvl="2" indent="0" algn="l" defTabSz="55687" rtl="0" eaLnBrk="1" fontAlgn="auto" latinLnBrk="0" hangingPunct="1">
                <a:lnSpc>
                  <a:spcPct val="100000"/>
                </a:lnSpc>
                <a:spcBef>
                  <a:spcPts val="0"/>
                </a:spcBef>
                <a:spcAft>
                  <a:spcPts val="0"/>
                </a:spcAft>
                <a:buClrTx/>
                <a:buSzTx/>
                <a:buFontTx/>
                <a:buNone/>
                <a:tabLst/>
                <a:defRPr/>
              </a:pPr>
              <a:r>
                <a:rPr lang="en-US" sz="1169" b="0" baseline="0" dirty="0">
                  <a:solidFill>
                    <a:schemeClr val="bg1">
                      <a:lumMod val="75000"/>
                    </a:schemeClr>
                  </a:solidFill>
                  <a:latin typeface="Trebuchet MS" pitchFamily="34" charset="0"/>
                </a:rPr>
                <a:t>You can easily change the color theme of your poster by going to the DESIGN menu, click on COLORS, and choose the color theme of your choice. You can </a:t>
              </a:r>
              <a:r>
                <a:rPr lang="en-US" sz="1169" b="0" spc="0" baseline="0" dirty="0">
                  <a:solidFill>
                    <a:schemeClr val="bg1">
                      <a:lumMod val="75000"/>
                    </a:schemeClr>
                  </a:solidFill>
                  <a:latin typeface="Trebuchet MS" pitchFamily="34" charset="0"/>
                </a:rPr>
                <a:t>also create your own color theme.</a:t>
              </a:r>
            </a:p>
            <a:p>
              <a:pPr marL="0" marR="0" lvl="2" indent="0" algn="l" defTabSz="55687" rtl="0" eaLnBrk="1" fontAlgn="auto" latinLnBrk="0" hangingPunct="1">
                <a:lnSpc>
                  <a:spcPct val="100000"/>
                </a:lnSpc>
                <a:spcBef>
                  <a:spcPts val="0"/>
                </a:spcBef>
                <a:spcAft>
                  <a:spcPts val="0"/>
                </a:spcAft>
                <a:buClrTx/>
                <a:buSzTx/>
                <a:buFontTx/>
                <a:buNone/>
                <a:tabLst/>
                <a:defRPr/>
              </a:pPr>
              <a:endParaRPr lang="en-US" sz="1169" b="0" baseline="0" dirty="0">
                <a:solidFill>
                  <a:schemeClr val="bg1">
                    <a:lumMod val="75000"/>
                  </a:schemeClr>
                </a:solidFill>
                <a:latin typeface="Trebuchet MS" pitchFamily="34" charset="0"/>
              </a:endParaRPr>
            </a:p>
            <a:p>
              <a:pPr marL="0" indent="0" algn="l" defTabSz="55687"/>
              <a:endParaRPr lang="en-US" sz="1169" b="0" baseline="0" dirty="0">
                <a:solidFill>
                  <a:schemeClr val="bg1">
                    <a:lumMod val="75000"/>
                  </a:schemeClr>
                </a:solidFill>
                <a:latin typeface="Trebuchet MS" pitchFamily="34" charset="0"/>
              </a:endParaRPr>
            </a:p>
            <a:p>
              <a:pPr marL="0" indent="0" algn="l" defTabSz="55687"/>
              <a:endParaRPr lang="en-US" sz="1169" b="0" baseline="0" dirty="0">
                <a:solidFill>
                  <a:schemeClr val="bg1">
                    <a:lumMod val="75000"/>
                  </a:schemeClr>
                </a:solidFill>
                <a:latin typeface="Trebuchet MS" pitchFamily="34" charset="0"/>
              </a:endParaRPr>
            </a:p>
            <a:p>
              <a:pPr marL="0" indent="0" algn="l" defTabSz="55687"/>
              <a:endParaRPr lang="en-US" sz="1169" b="0" baseline="0" dirty="0">
                <a:solidFill>
                  <a:schemeClr val="bg1">
                    <a:lumMod val="75000"/>
                  </a:schemeClr>
                </a:solidFill>
                <a:latin typeface="Trebuchet MS" pitchFamily="34" charset="0"/>
              </a:endParaRPr>
            </a:p>
            <a:p>
              <a:pPr marL="0" indent="0" algn="l" defTabSz="55687"/>
              <a:endParaRPr lang="en-US" sz="1169" b="0" baseline="0" dirty="0">
                <a:solidFill>
                  <a:schemeClr val="bg1">
                    <a:lumMod val="75000"/>
                  </a:schemeClr>
                </a:solidFill>
                <a:latin typeface="Trebuchet MS" pitchFamily="34" charset="0"/>
              </a:endParaRPr>
            </a:p>
            <a:p>
              <a:pPr marL="0" indent="0" algn="l" defTabSz="55687"/>
              <a:endParaRPr lang="en-US" sz="1169" b="0" baseline="0" dirty="0">
                <a:solidFill>
                  <a:schemeClr val="bg1">
                    <a:lumMod val="75000"/>
                  </a:schemeClr>
                </a:solidFill>
                <a:latin typeface="Trebuchet MS" pitchFamily="34" charset="0"/>
              </a:endParaRPr>
            </a:p>
            <a:p>
              <a:pPr marL="0" indent="0" algn="l" defTabSz="55687"/>
              <a:endParaRPr lang="en-US" sz="1169" b="0" baseline="0" dirty="0">
                <a:solidFill>
                  <a:schemeClr val="bg1">
                    <a:lumMod val="75000"/>
                  </a:schemeClr>
                </a:solidFill>
                <a:latin typeface="Trebuchet MS" pitchFamily="34" charset="0"/>
              </a:endParaRPr>
            </a:p>
            <a:p>
              <a:pPr marL="0" indent="0" algn="l" defTabSz="55687"/>
              <a:r>
                <a:rPr lang="en-US" sz="1169" b="0" baseline="0" dirty="0">
                  <a:solidFill>
                    <a:schemeClr val="bg1">
                      <a:lumMod val="75000"/>
                    </a:schemeClr>
                  </a:solidFill>
                  <a:latin typeface="Trebuchet MS" pitchFamily="34" charset="0"/>
                </a:rPr>
                <a:t>You can also manually change the color of your background by going to VIEW &gt; SLIDE MASTER.  After you finish working on the master be sure to go to VIEW &gt; NORMAL to continue working on your poster.</a:t>
              </a:r>
            </a:p>
            <a:p>
              <a:pPr marL="0" indent="0" algn="l" defTabSz="55687"/>
              <a:endParaRPr lang="en-US" sz="1169" b="0" baseline="0" dirty="0">
                <a:solidFill>
                  <a:schemeClr val="bg1">
                    <a:lumMod val="75000"/>
                  </a:schemeClr>
                </a:solidFill>
                <a:latin typeface="Trebuchet MS" pitchFamily="34" charset="0"/>
              </a:endParaRPr>
            </a:p>
            <a:p>
              <a:pPr algn="ctr"/>
              <a:r>
                <a:rPr lang="en-US" sz="1559" b="1" baseline="0" dirty="0">
                  <a:solidFill>
                    <a:srgbClr val="FFC000"/>
                  </a:solidFill>
                  <a:latin typeface="Trebuchet MS" pitchFamily="34" charset="0"/>
                </a:rPr>
                <a:t>How to add Text</a:t>
              </a:r>
            </a:p>
            <a:p>
              <a:pPr marL="1590946" lvl="2" indent="0" algn="l" defTabSz="55687"/>
              <a:r>
                <a:rPr lang="en-US" sz="1169" b="0" baseline="0" dirty="0">
                  <a:solidFill>
                    <a:schemeClr val="bg1">
                      <a:lumMod val="75000"/>
                    </a:schemeClr>
                  </a:solidFill>
                  <a:latin typeface="Trebuchet MS" pitchFamily="34" charset="0"/>
                </a:rPr>
                <a:t>The template comes with a number of pre-formatted placeholders for headers and text blocks. You can add more blocks by copying and pasting the existing ones or by adding a text box from the HOME menu. </a:t>
              </a:r>
            </a:p>
            <a:p>
              <a:pPr marL="739736" lvl="2" indent="0" algn="l" defTabSz="55687"/>
              <a:endParaRPr lang="en-US" sz="1169" b="0" baseline="0" dirty="0">
                <a:solidFill>
                  <a:schemeClr val="bg1">
                    <a:lumMod val="75000"/>
                  </a:schemeClr>
                </a:solidFill>
                <a:latin typeface="Trebuchet MS" pitchFamily="34" charset="0"/>
              </a:endParaRPr>
            </a:p>
            <a:p>
              <a:pPr marL="0" marR="0" lvl="0" indent="0" algn="ctr" defTabSz="739736" rtl="0" eaLnBrk="1" fontAlgn="auto" latinLnBrk="0" hangingPunct="1">
                <a:lnSpc>
                  <a:spcPct val="100000"/>
                </a:lnSpc>
                <a:spcBef>
                  <a:spcPts val="0"/>
                </a:spcBef>
                <a:spcAft>
                  <a:spcPts val="0"/>
                </a:spcAft>
                <a:buClrTx/>
                <a:buSzTx/>
                <a:buFontTx/>
                <a:buNone/>
                <a:tabLst/>
                <a:defRPr/>
              </a:pPr>
              <a:r>
                <a:rPr lang="en-US" sz="1169" b="0" baseline="0" dirty="0">
                  <a:solidFill>
                    <a:schemeClr val="bg1">
                      <a:lumMod val="75000"/>
                    </a:schemeClr>
                  </a:solidFill>
                  <a:latin typeface="Trebuchet MS" pitchFamily="34" charset="0"/>
                </a:rPr>
                <a:t> </a:t>
              </a:r>
              <a:r>
                <a:rPr kumimoji="0" lang="en-US" sz="1559" b="1" i="0" u="none" strike="noStrike" kern="1200" cap="none" spc="0" normalizeH="0" baseline="0" noProof="0" dirty="0">
                  <a:ln>
                    <a:noFill/>
                  </a:ln>
                  <a:solidFill>
                    <a:srgbClr val="FFC000"/>
                  </a:solidFill>
                  <a:effectLst/>
                  <a:uLnTx/>
                  <a:uFillTx/>
                  <a:latin typeface="Trebuchet MS" pitchFamily="34" charset="0"/>
                </a:rPr>
                <a:t>Text size</a:t>
              </a:r>
            </a:p>
            <a:p>
              <a:pPr marL="0" marR="0" lvl="0" indent="0" algn="l" defTabSz="55687" rtl="0" eaLnBrk="1" fontAlgn="auto" latinLnBrk="0" hangingPunct="1">
                <a:lnSpc>
                  <a:spcPct val="100000"/>
                </a:lnSpc>
                <a:spcBef>
                  <a:spcPts val="0"/>
                </a:spcBef>
                <a:spcAft>
                  <a:spcPts val="0"/>
                </a:spcAft>
                <a:buClrTx/>
                <a:buSzTx/>
                <a:buFontTx/>
                <a:buNone/>
                <a:tabLst/>
                <a:defRPr/>
              </a:pPr>
              <a:r>
                <a:rPr kumimoji="0" lang="en-US" sz="1169" b="0" i="0" u="none" strike="noStrike" kern="1200" cap="none" spc="0" normalizeH="0" baseline="0" noProof="0" dirty="0">
                  <a:ln>
                    <a:noFill/>
                  </a:ln>
                  <a:solidFill>
                    <a:prstClr val="white">
                      <a:lumMod val="75000"/>
                    </a:prstClr>
                  </a:solidFill>
                  <a:effectLst/>
                  <a:uLnTx/>
                  <a:uFillTx/>
                  <a:latin typeface="Trebuchet MS" pitchFamily="34" charset="0"/>
                </a:rPr>
                <a:t>Adjust the size of your text based on how much content you have to present. The default template text offers a good starting point. Follow the conference requirements.</a:t>
              </a:r>
              <a:endParaRPr lang="en-US" sz="1169" b="0" baseline="0" dirty="0">
                <a:solidFill>
                  <a:schemeClr val="bg1">
                    <a:lumMod val="75000"/>
                  </a:schemeClr>
                </a:solidFill>
                <a:latin typeface="Trebuchet MS" pitchFamily="34" charset="0"/>
              </a:endParaRPr>
            </a:p>
            <a:p>
              <a:pPr marL="739736" lvl="2" indent="0" algn="l" defTabSz="55687"/>
              <a:endParaRPr lang="en-US" sz="1169" b="0" baseline="0" dirty="0">
                <a:solidFill>
                  <a:schemeClr val="bg1">
                    <a:lumMod val="75000"/>
                  </a:schemeClr>
                </a:solidFill>
                <a:latin typeface="Trebuchet MS" pitchFamily="34" charset="0"/>
              </a:endParaRPr>
            </a:p>
            <a:p>
              <a:pPr algn="ctr"/>
              <a:r>
                <a:rPr lang="en-US" sz="1559" b="1" baseline="0" dirty="0">
                  <a:solidFill>
                    <a:srgbClr val="FFC000"/>
                  </a:solidFill>
                  <a:latin typeface="Trebuchet MS" pitchFamily="34" charset="0"/>
                </a:rPr>
                <a:t>How to add Tables</a:t>
              </a:r>
            </a:p>
            <a:p>
              <a:pPr marL="843039" lvl="1" indent="0" algn="l" defTabSz="55687"/>
              <a:r>
                <a:rPr lang="en-US" sz="1169" b="0" baseline="0" dirty="0">
                  <a:solidFill>
                    <a:schemeClr val="bg1">
                      <a:lumMod val="75000"/>
                    </a:schemeClr>
                  </a:solidFill>
                  <a:latin typeface="Trebuchet MS" pitchFamily="34" charset="0"/>
                </a:rPr>
                <a:t>To add a table from scratch go to the INSERT menu and </a:t>
              </a:r>
              <a:br>
                <a:rPr lang="en-US" sz="1169" b="0" baseline="0" dirty="0">
                  <a:solidFill>
                    <a:schemeClr val="bg1">
                      <a:lumMod val="75000"/>
                    </a:schemeClr>
                  </a:solidFill>
                  <a:latin typeface="Trebuchet MS" pitchFamily="34" charset="0"/>
                </a:rPr>
              </a:br>
              <a:r>
                <a:rPr lang="en-US" sz="1169" b="0" baseline="0" dirty="0">
                  <a:solidFill>
                    <a:schemeClr val="bg1">
                      <a:lumMod val="75000"/>
                    </a:schemeClr>
                  </a:solidFill>
                  <a:latin typeface="Trebuchet MS" pitchFamily="34" charset="0"/>
                </a:rPr>
                <a:t>click on TABLE. A drop-down box will help you select rows and columns. </a:t>
              </a:r>
            </a:p>
            <a:p>
              <a:pPr marL="0" lvl="0" indent="0" algn="l" defTabSz="55687"/>
              <a:r>
                <a:rPr lang="en-US" sz="1169" b="0" baseline="0" dirty="0">
                  <a:solidFill>
                    <a:schemeClr val="bg1">
                      <a:lumMod val="75000"/>
                    </a:schemeClr>
                  </a:solidFill>
                  <a:latin typeface="Trebuchet MS" pitchFamily="34" charset="0"/>
                </a:rPr>
                <a:t>You can also copy and a paste a table from Word or another PowerPoint document. A pasted table may need to be re-formatted by RIGHT-CLICK &gt; FORMAT SHAPE, TEXT BOX, Margins.</a:t>
              </a:r>
            </a:p>
            <a:p>
              <a:pPr marL="0" lvl="0" indent="0" algn="l" defTabSz="55687"/>
              <a:endParaRPr lang="en-US" sz="1169" b="0" baseline="0" dirty="0">
                <a:solidFill>
                  <a:schemeClr val="bg1">
                    <a:lumMod val="75000"/>
                  </a:schemeClr>
                </a:solidFill>
                <a:latin typeface="Trebuchet MS" pitchFamily="34" charset="0"/>
              </a:endParaRPr>
            </a:p>
            <a:p>
              <a:pPr marL="0" marR="0" lvl="0" indent="0" algn="ctr" defTabSz="739736" rtl="0" eaLnBrk="1" fontAlgn="auto" latinLnBrk="0" hangingPunct="1">
                <a:lnSpc>
                  <a:spcPct val="100000"/>
                </a:lnSpc>
                <a:spcBef>
                  <a:spcPts val="0"/>
                </a:spcBef>
                <a:spcAft>
                  <a:spcPts val="0"/>
                </a:spcAft>
                <a:buClrTx/>
                <a:buSzTx/>
                <a:buFontTx/>
                <a:buNone/>
                <a:tabLst/>
                <a:defRPr/>
              </a:pPr>
              <a:r>
                <a:rPr kumimoji="0" lang="en-US" sz="1559" b="1" i="0" u="none" strike="noStrike" kern="1200" cap="none" spc="0" normalizeH="0" baseline="0" noProof="0" dirty="0">
                  <a:ln>
                    <a:noFill/>
                  </a:ln>
                  <a:solidFill>
                    <a:srgbClr val="FFC000"/>
                  </a:solidFill>
                  <a:effectLst/>
                  <a:uLnTx/>
                  <a:uFillTx/>
                  <a:latin typeface="Trebuchet MS" pitchFamily="34" charset="0"/>
                </a:rPr>
                <a:t>Graphs / Charts</a:t>
              </a:r>
            </a:p>
            <a:p>
              <a:pPr marL="0" marR="0" lvl="0" indent="0" algn="l" defTabSz="55687" rtl="0" eaLnBrk="1" fontAlgn="auto" latinLnBrk="0" hangingPunct="1">
                <a:lnSpc>
                  <a:spcPct val="100000"/>
                </a:lnSpc>
                <a:spcBef>
                  <a:spcPts val="0"/>
                </a:spcBef>
                <a:spcAft>
                  <a:spcPts val="0"/>
                </a:spcAft>
                <a:buClrTx/>
                <a:buSzTx/>
                <a:buFontTx/>
                <a:buNone/>
                <a:tabLst/>
                <a:defRPr/>
              </a:pPr>
              <a:r>
                <a:rPr kumimoji="0" lang="en-US" sz="1169" b="0" i="0" u="none" strike="noStrike" kern="1200" cap="none" spc="0" normalizeH="0" baseline="0" noProof="0" dirty="0">
                  <a:ln>
                    <a:noFill/>
                  </a:ln>
                  <a:solidFill>
                    <a:prstClr val="white">
                      <a:lumMod val="75000"/>
                    </a:prstClr>
                  </a:solidFill>
                  <a:effectLst/>
                  <a:uLnTx/>
                  <a:uFillTx/>
                  <a:latin typeface="Trebuchet MS" pitchFamily="34" charset="0"/>
                </a:rPr>
                <a:t>You can simply copy and paste charts and graphs from Excel or Word. Some reformatting may be required depending on how the original document has been created.</a:t>
              </a:r>
            </a:p>
            <a:p>
              <a:pPr marL="0" marR="0" lvl="0" indent="0" algn="l" defTabSz="55687" rtl="0" eaLnBrk="1" fontAlgn="auto" latinLnBrk="0" hangingPunct="1">
                <a:lnSpc>
                  <a:spcPct val="100000"/>
                </a:lnSpc>
                <a:spcBef>
                  <a:spcPts val="0"/>
                </a:spcBef>
                <a:spcAft>
                  <a:spcPts val="0"/>
                </a:spcAft>
                <a:buClrTx/>
                <a:buSzTx/>
                <a:buFontTx/>
                <a:buNone/>
                <a:tabLst/>
                <a:defRPr/>
              </a:pPr>
              <a:endParaRPr kumimoji="0" lang="en-US" sz="1169" b="0" i="0" u="none" strike="noStrike" kern="1200" cap="none" spc="0" normalizeH="0" baseline="0" noProof="0" dirty="0">
                <a:ln>
                  <a:noFill/>
                </a:ln>
                <a:solidFill>
                  <a:prstClr val="white">
                    <a:lumMod val="75000"/>
                  </a:prstClr>
                </a:solidFill>
                <a:effectLst/>
                <a:uLnTx/>
                <a:uFillTx/>
                <a:latin typeface="Trebuchet MS" pitchFamily="34" charset="0"/>
              </a:endParaRPr>
            </a:p>
            <a:p>
              <a:pPr marL="0" marR="0" lvl="0" indent="0" algn="ctr" defTabSz="739736" rtl="0" eaLnBrk="1" fontAlgn="auto" latinLnBrk="0" hangingPunct="1">
                <a:lnSpc>
                  <a:spcPct val="100000"/>
                </a:lnSpc>
                <a:spcBef>
                  <a:spcPts val="0"/>
                </a:spcBef>
                <a:spcAft>
                  <a:spcPts val="0"/>
                </a:spcAft>
                <a:buClrTx/>
                <a:buSzTx/>
                <a:buFontTx/>
                <a:buNone/>
                <a:tabLst/>
                <a:defRPr/>
              </a:pPr>
              <a:r>
                <a:rPr kumimoji="0" lang="en-US" sz="1559" b="1" i="0" u="none" strike="noStrike" kern="1200" cap="none" spc="0" normalizeH="0" baseline="0" noProof="0" dirty="0">
                  <a:ln>
                    <a:noFill/>
                  </a:ln>
                  <a:solidFill>
                    <a:srgbClr val="FFC000"/>
                  </a:solidFill>
                  <a:effectLst/>
                  <a:uLnTx/>
                  <a:uFillTx/>
                  <a:latin typeface="Trebuchet MS" pitchFamily="34" charset="0"/>
                </a:rPr>
                <a:t>How to change the column configuration</a:t>
              </a:r>
            </a:p>
            <a:p>
              <a:pPr marL="0" marR="0" lvl="0" indent="0" algn="l" defTabSz="55687" rtl="0" eaLnBrk="1" fontAlgn="auto" latinLnBrk="0" hangingPunct="1">
                <a:lnSpc>
                  <a:spcPct val="100000"/>
                </a:lnSpc>
                <a:spcBef>
                  <a:spcPts val="0"/>
                </a:spcBef>
                <a:spcAft>
                  <a:spcPts val="0"/>
                </a:spcAft>
                <a:buClrTx/>
                <a:buSzTx/>
                <a:buFontTx/>
                <a:buNone/>
                <a:tabLst/>
                <a:defRPr/>
              </a:pPr>
              <a:r>
                <a:rPr kumimoji="0" lang="en-US" sz="1169" b="0" i="0" u="none" strike="noStrike" kern="1200" cap="none" spc="0" normalizeH="0" baseline="0" noProof="0" dirty="0">
                  <a:ln>
                    <a:noFill/>
                  </a:ln>
                  <a:solidFill>
                    <a:prstClr val="white">
                      <a:lumMod val="75000"/>
                    </a:prstClr>
                  </a:solidFill>
                  <a:effectLst/>
                  <a:uLnTx/>
                  <a:uFillTx/>
                  <a:latin typeface="Trebuchet MS" pitchFamily="34" charset="0"/>
                </a:rPr>
                <a:t>RIGHT-CLICK on the poster background and select LAYOUT to see the column options available for this template. The poster columns can also be customized on the Master. VIEW &gt; MASTER.</a:t>
              </a:r>
            </a:p>
            <a:p>
              <a:pPr marL="0" marR="0" lvl="0" indent="0" algn="ctr" defTabSz="739736" rtl="0" eaLnBrk="1" fontAlgn="auto" latinLnBrk="0" hangingPunct="1">
                <a:lnSpc>
                  <a:spcPct val="100000"/>
                </a:lnSpc>
                <a:spcBef>
                  <a:spcPts val="0"/>
                </a:spcBef>
                <a:spcAft>
                  <a:spcPts val="0"/>
                </a:spcAft>
                <a:buClrTx/>
                <a:buSzTx/>
                <a:buFontTx/>
                <a:buNone/>
                <a:tabLst/>
                <a:defRPr/>
              </a:pPr>
              <a:endParaRPr kumimoji="0" lang="en-US" sz="1559" b="1" i="0" u="none" strike="noStrike" kern="1200" cap="none" spc="0" normalizeH="0" baseline="0" noProof="0" dirty="0">
                <a:ln>
                  <a:noFill/>
                </a:ln>
                <a:solidFill>
                  <a:srgbClr val="FFC000"/>
                </a:solidFill>
                <a:effectLst/>
                <a:uLnTx/>
                <a:uFillTx/>
                <a:latin typeface="Trebuchet MS" pitchFamily="34" charset="0"/>
              </a:endParaRPr>
            </a:p>
            <a:p>
              <a:pPr marL="0" marR="0" lvl="0" indent="0" algn="ctr" defTabSz="739736" rtl="0" eaLnBrk="1" fontAlgn="auto" latinLnBrk="0" hangingPunct="1">
                <a:lnSpc>
                  <a:spcPct val="100000"/>
                </a:lnSpc>
                <a:spcBef>
                  <a:spcPts val="0"/>
                </a:spcBef>
                <a:spcAft>
                  <a:spcPts val="0"/>
                </a:spcAft>
                <a:buClrTx/>
                <a:buSzTx/>
                <a:buFontTx/>
                <a:buNone/>
                <a:tabLst/>
                <a:defRPr/>
              </a:pPr>
              <a:r>
                <a:rPr kumimoji="0" lang="en-US" sz="1559" b="1" i="0" u="none" strike="noStrike" kern="1200" cap="none" spc="0" normalizeH="0" baseline="0" noProof="0" dirty="0">
                  <a:ln>
                    <a:noFill/>
                  </a:ln>
                  <a:solidFill>
                    <a:srgbClr val="FFC000"/>
                  </a:solidFill>
                  <a:effectLst/>
                  <a:uLnTx/>
                  <a:uFillTx/>
                  <a:latin typeface="Trebuchet MS" pitchFamily="34" charset="0"/>
                </a:rPr>
                <a:t>How to remove the info bars</a:t>
              </a:r>
            </a:p>
            <a:p>
              <a:pPr marL="0" marR="0" lvl="0" indent="0" algn="l" defTabSz="55687" rtl="0" eaLnBrk="1" fontAlgn="auto" latinLnBrk="0" hangingPunct="1">
                <a:lnSpc>
                  <a:spcPct val="100000"/>
                </a:lnSpc>
                <a:spcBef>
                  <a:spcPts val="0"/>
                </a:spcBef>
                <a:spcAft>
                  <a:spcPts val="0"/>
                </a:spcAft>
                <a:buClrTx/>
                <a:buSzTx/>
                <a:buFontTx/>
                <a:buNone/>
                <a:tabLst/>
                <a:defRPr/>
              </a:pPr>
              <a:r>
                <a:rPr kumimoji="0" lang="en-US" sz="1169" b="0" i="0" u="none" strike="noStrike" kern="1200" cap="none" spc="0" normalizeH="0" baseline="0" noProof="0" dirty="0">
                  <a:ln>
                    <a:noFill/>
                  </a:ln>
                  <a:solidFill>
                    <a:prstClr val="white">
                      <a:lumMod val="75000"/>
                    </a:prstClr>
                  </a:solidFill>
                  <a:effectLst/>
                  <a:uLnTx/>
                  <a:uFillTx/>
                  <a:latin typeface="Trebuchet MS" pitchFamily="34" charset="0"/>
                </a:rPr>
                <a:t>If you are working in PowerPoint for Windows and have finished your poster, save as PDF and the bars will not be included. You can also delete them by going to VIEW &gt; MASTER. On the Mac adjust the Page-Setup to match the Page-Setup in PowerPoint before you create a PDF. You can also delete them from the Slide Master.</a:t>
              </a:r>
            </a:p>
            <a:p>
              <a:pPr marL="0" marR="0" lvl="0" indent="0" algn="l" defTabSz="55687" rtl="0" eaLnBrk="1" fontAlgn="auto" latinLnBrk="0" hangingPunct="1">
                <a:lnSpc>
                  <a:spcPct val="100000"/>
                </a:lnSpc>
                <a:spcBef>
                  <a:spcPts val="0"/>
                </a:spcBef>
                <a:spcAft>
                  <a:spcPts val="0"/>
                </a:spcAft>
                <a:buClrTx/>
                <a:buSzTx/>
                <a:buFontTx/>
                <a:buNone/>
                <a:tabLst/>
                <a:defRPr/>
              </a:pPr>
              <a:endParaRPr kumimoji="0" lang="en-US" sz="1169" b="0" i="0" u="none" strike="noStrike" kern="1200" cap="none" spc="0" normalizeH="0" baseline="0" noProof="0" dirty="0">
                <a:ln>
                  <a:noFill/>
                </a:ln>
                <a:solidFill>
                  <a:prstClr val="white">
                    <a:lumMod val="75000"/>
                  </a:prstClr>
                </a:solidFill>
                <a:effectLst/>
                <a:uLnTx/>
                <a:uFillTx/>
                <a:latin typeface="Trebuchet MS" pitchFamily="34" charset="0"/>
              </a:endParaRPr>
            </a:p>
            <a:p>
              <a:pPr marL="0" marR="0" lvl="0" indent="0" algn="ctr" defTabSz="739736" rtl="0" eaLnBrk="1" fontAlgn="auto" latinLnBrk="0" hangingPunct="1">
                <a:lnSpc>
                  <a:spcPct val="100000"/>
                </a:lnSpc>
                <a:spcBef>
                  <a:spcPts val="0"/>
                </a:spcBef>
                <a:spcAft>
                  <a:spcPts val="0"/>
                </a:spcAft>
                <a:buClrTx/>
                <a:buSzTx/>
                <a:buFontTx/>
                <a:buNone/>
                <a:tabLst/>
                <a:defRPr/>
              </a:pPr>
              <a:r>
                <a:rPr kumimoji="0" lang="en-US" sz="1559" b="1" i="0" u="none" strike="noStrike" kern="1200" cap="none" spc="0" normalizeH="0" baseline="0" noProof="0" dirty="0">
                  <a:ln>
                    <a:noFill/>
                  </a:ln>
                  <a:solidFill>
                    <a:srgbClr val="FFC000"/>
                  </a:solidFill>
                  <a:effectLst/>
                  <a:uLnTx/>
                  <a:uFillTx/>
                  <a:latin typeface="Trebuchet MS" pitchFamily="34" charset="0"/>
                </a:rPr>
                <a:t>Save your work</a:t>
              </a:r>
            </a:p>
            <a:p>
              <a:pPr marL="0" marR="0" lvl="0" indent="0" algn="l" defTabSz="55687" rtl="0" eaLnBrk="1" fontAlgn="auto" latinLnBrk="0" hangingPunct="1">
                <a:lnSpc>
                  <a:spcPct val="100000"/>
                </a:lnSpc>
                <a:spcBef>
                  <a:spcPts val="0"/>
                </a:spcBef>
                <a:spcAft>
                  <a:spcPts val="0"/>
                </a:spcAft>
                <a:buClrTx/>
                <a:buSzTx/>
                <a:buFontTx/>
                <a:buNone/>
                <a:tabLst/>
                <a:defRPr/>
              </a:pPr>
              <a:r>
                <a:rPr kumimoji="0" lang="en-US" sz="1169" b="0" i="0" u="none" strike="noStrike" kern="1200" cap="none" spc="0" normalizeH="0" baseline="0" noProof="0" dirty="0">
                  <a:ln>
                    <a:noFill/>
                  </a:ln>
                  <a:solidFill>
                    <a:prstClr val="white">
                      <a:lumMod val="75000"/>
                    </a:prstClr>
                  </a:solidFill>
                  <a:effectLst/>
                  <a:uLnTx/>
                  <a:uFillTx/>
                  <a:latin typeface="Trebuchet MS" pitchFamily="34" charset="0"/>
                </a:rPr>
                <a:t>Save your template as a PowerPoint document. For printing, save as PowerPoint or “Print-quality” PDF.</a:t>
              </a:r>
            </a:p>
            <a:p>
              <a:pPr marL="0" marR="0" lvl="0" indent="0" algn="l" defTabSz="55687" rtl="0" eaLnBrk="1" fontAlgn="auto" latinLnBrk="0" hangingPunct="1">
                <a:lnSpc>
                  <a:spcPct val="100000"/>
                </a:lnSpc>
                <a:spcBef>
                  <a:spcPts val="0"/>
                </a:spcBef>
                <a:spcAft>
                  <a:spcPts val="0"/>
                </a:spcAft>
                <a:buClrTx/>
                <a:buSzTx/>
                <a:buFontTx/>
                <a:buNone/>
                <a:tabLst/>
                <a:defRPr/>
              </a:pPr>
              <a:endParaRPr lang="en-US" sz="1169" b="0" baseline="0" dirty="0">
                <a:solidFill>
                  <a:schemeClr val="bg1">
                    <a:lumMod val="75000"/>
                  </a:schemeClr>
                </a:solidFill>
                <a:latin typeface="Trebuchet MS" pitchFamily="34" charset="0"/>
              </a:endParaRPr>
            </a:p>
            <a:p>
              <a:pPr marL="0" marR="0" lvl="0" indent="0" algn="ctr" defTabSz="739736" rtl="0" eaLnBrk="1" fontAlgn="auto" latinLnBrk="0" hangingPunct="1">
                <a:lnSpc>
                  <a:spcPct val="100000"/>
                </a:lnSpc>
                <a:spcBef>
                  <a:spcPts val="0"/>
                </a:spcBef>
                <a:spcAft>
                  <a:spcPts val="0"/>
                </a:spcAft>
                <a:buClrTx/>
                <a:buSzTx/>
                <a:buFontTx/>
                <a:buNone/>
                <a:tabLst/>
                <a:defRPr/>
              </a:pPr>
              <a:r>
                <a:rPr kumimoji="0" lang="en-US" sz="1559" b="1" i="0" u="none" strike="noStrike" kern="1200" cap="none" spc="0" normalizeH="0" baseline="0" noProof="0" dirty="0">
                  <a:ln>
                    <a:noFill/>
                  </a:ln>
                  <a:solidFill>
                    <a:srgbClr val="FFC000"/>
                  </a:solidFill>
                  <a:effectLst/>
                  <a:uLnTx/>
                  <a:uFillTx/>
                  <a:latin typeface="Trebuchet MS" pitchFamily="34" charset="0"/>
                </a:rPr>
                <a:t>Print your poster</a:t>
              </a:r>
            </a:p>
            <a:p>
              <a:pPr marL="0" marR="0" lvl="0" indent="0" algn="l" defTabSz="55687" rtl="0" eaLnBrk="1" fontAlgn="auto" latinLnBrk="0" hangingPunct="1">
                <a:lnSpc>
                  <a:spcPct val="100000"/>
                </a:lnSpc>
                <a:spcBef>
                  <a:spcPts val="0"/>
                </a:spcBef>
                <a:spcAft>
                  <a:spcPts val="0"/>
                </a:spcAft>
                <a:buClrTx/>
                <a:buSzTx/>
                <a:buFontTx/>
                <a:buNone/>
                <a:tabLst/>
                <a:defRPr/>
              </a:pPr>
              <a:r>
                <a:rPr kumimoji="0" lang="en-US" sz="1169" b="0" i="0" u="none" strike="noStrike" kern="1200" cap="none" spc="0" normalizeH="0" baseline="0" noProof="0" dirty="0">
                  <a:ln>
                    <a:noFill/>
                  </a:ln>
                  <a:solidFill>
                    <a:prstClr val="white">
                      <a:lumMod val="75000"/>
                    </a:prstClr>
                  </a:solidFill>
                  <a:effectLst/>
                  <a:uLnTx/>
                  <a:uFillTx/>
                  <a:latin typeface="Trebuchet MS" pitchFamily="34" charset="0"/>
                </a:rPr>
                <a:t>When you are ready to have your poster printed go online to PosterPresentations.com and click on the “Order Your Poster” button. Choose the poster type the best suits your needs and submit your order. If you submit a PowerPoint document you will be receiving a PDF proof for your approval prior to printing. If your order is placed and paid for before noon, Pacific, Monday through Friday, your order will ship out that same day. Next day, Second day, Third day, and Free Ground services are offered. Go to PosterPresentations.com for more information.</a:t>
              </a:r>
            </a:p>
            <a:p>
              <a:pPr marL="0" marR="0" lvl="0" indent="0" algn="l" defTabSz="55687" rtl="0" eaLnBrk="1" fontAlgn="auto" latinLnBrk="0" hangingPunct="1">
                <a:lnSpc>
                  <a:spcPct val="100000"/>
                </a:lnSpc>
                <a:spcBef>
                  <a:spcPts val="0"/>
                </a:spcBef>
                <a:spcAft>
                  <a:spcPts val="0"/>
                </a:spcAft>
                <a:buClrTx/>
                <a:buSzTx/>
                <a:buFontTx/>
                <a:buNone/>
                <a:tabLst/>
                <a:defRPr/>
              </a:pPr>
              <a:endParaRPr kumimoji="0" lang="en-US" sz="1364" b="0" i="0" u="none" strike="noStrike" kern="1200" cap="none" spc="0" normalizeH="0" baseline="0" noProof="0" dirty="0">
                <a:ln>
                  <a:noFill/>
                </a:ln>
                <a:solidFill>
                  <a:prstClr val="white">
                    <a:lumMod val="75000"/>
                  </a:prstClr>
                </a:solidFill>
                <a:effectLst/>
                <a:uLnTx/>
                <a:uFillTx/>
                <a:latin typeface="Trebuchet MS" pitchFamily="34" charset="0"/>
              </a:endParaRPr>
            </a:p>
          </p:txBody>
        </p:sp>
        <p:graphicFrame>
          <p:nvGraphicFramePr>
            <p:cNvPr id="45" name="Object 44"/>
            <p:cNvGraphicFramePr>
              <a:graphicFrameLocks noChangeAspect="1"/>
            </p:cNvGraphicFramePr>
            <p:nvPr userDrawn="1">
              <p:extLst>
                <p:ext uri="{D42A27DB-BD31-4B8C-83A1-F6EECF244321}">
                  <p14:modId xmlns:p14="http://schemas.microsoft.com/office/powerpoint/2010/main" val="262704017"/>
                </p:ext>
              </p:extLst>
            </p:nvPr>
          </p:nvGraphicFramePr>
          <p:xfrm>
            <a:off x="46915679" y="3349444"/>
            <a:ext cx="5586150" cy="2063772"/>
          </p:xfrm>
          <a:graphic>
            <a:graphicData uri="http://schemas.openxmlformats.org/presentationml/2006/ole">
              <mc:AlternateContent xmlns:mc="http://schemas.openxmlformats.org/markup-compatibility/2006">
                <mc:Choice xmlns:v="urn:schemas-microsoft-com:vml" Requires="v">
                  <p:oleObj name="Image" r:id="rId3" imgW="4571280" imgH="1688760" progId="Photoshop.Image.13">
                    <p:embed/>
                  </p:oleObj>
                </mc:Choice>
                <mc:Fallback>
                  <p:oleObj name="Image" r:id="rId3" imgW="4571280" imgH="1688760" progId="Photoshop.Image.13">
                    <p:embed/>
                    <p:pic>
                      <p:nvPicPr>
                        <p:cNvPr id="45" name="Object 44"/>
                        <p:cNvPicPr/>
                        <p:nvPr/>
                      </p:nvPicPr>
                      <p:blipFill>
                        <a:blip r:embed="rId4"/>
                        <a:stretch>
                          <a:fillRect/>
                        </a:stretch>
                      </p:blipFill>
                      <p:spPr>
                        <a:xfrm>
                          <a:off x="46915679" y="3349444"/>
                          <a:ext cx="5586150" cy="2063772"/>
                        </a:xfrm>
                        <a:prstGeom prst="rect">
                          <a:avLst/>
                        </a:prstGeom>
                      </p:spPr>
                    </p:pic>
                  </p:oleObj>
                </mc:Fallback>
              </mc:AlternateContent>
            </a:graphicData>
          </a:graphic>
        </p:graphicFrame>
        <p:pic>
          <p:nvPicPr>
            <p:cNvPr id="46" name="Picture 45"/>
            <p:cNvPicPr>
              <a:picLocks noChangeAspect="1"/>
            </p:cNvPicPr>
            <p:nvPr userDrawn="1"/>
          </p:nvPicPr>
          <p:blipFill>
            <a:blip r:embed="rId5"/>
            <a:stretch>
              <a:fillRect/>
            </a:stretch>
          </p:blipFill>
          <p:spPr>
            <a:xfrm>
              <a:off x="44621819" y="7740040"/>
              <a:ext cx="2969584" cy="1370577"/>
            </a:xfrm>
            <a:prstGeom prst="rect">
              <a:avLst/>
            </a:prstGeom>
            <a:ln>
              <a:noFill/>
            </a:ln>
          </p:spPr>
        </p:pic>
        <p:graphicFrame>
          <p:nvGraphicFramePr>
            <p:cNvPr id="47" name="Object 46"/>
            <p:cNvGraphicFramePr>
              <a:graphicFrameLocks noChangeAspect="1"/>
            </p:cNvGraphicFramePr>
            <p:nvPr userDrawn="1">
              <p:extLst>
                <p:ext uri="{D42A27DB-BD31-4B8C-83A1-F6EECF244321}">
                  <p14:modId xmlns:p14="http://schemas.microsoft.com/office/powerpoint/2010/main" val="2040245264"/>
                </p:ext>
              </p:extLst>
            </p:nvPr>
          </p:nvGraphicFramePr>
          <p:xfrm>
            <a:off x="44629619" y="12347263"/>
            <a:ext cx="1482266" cy="992162"/>
          </p:xfrm>
          <a:graphic>
            <a:graphicData uri="http://schemas.openxmlformats.org/presentationml/2006/ole">
              <mc:AlternateContent xmlns:mc="http://schemas.openxmlformats.org/markup-compatibility/2006">
                <mc:Choice xmlns:v="urn:schemas-microsoft-com:vml" Requires="v">
                  <p:oleObj name="Image" r:id="rId6" imgW="1574280" imgH="1053720" progId="Photoshop.Image.13">
                    <p:embed/>
                  </p:oleObj>
                </mc:Choice>
                <mc:Fallback>
                  <p:oleObj name="Image" r:id="rId6" imgW="1574280" imgH="1053720" progId="Photoshop.Image.13">
                    <p:embed/>
                    <p:pic>
                      <p:nvPicPr>
                        <p:cNvPr id="47" name="Object 46"/>
                        <p:cNvPicPr/>
                        <p:nvPr/>
                      </p:nvPicPr>
                      <p:blipFill>
                        <a:blip r:embed="rId7"/>
                        <a:stretch>
                          <a:fillRect/>
                        </a:stretch>
                      </p:blipFill>
                      <p:spPr>
                        <a:xfrm>
                          <a:off x="44629619" y="12347263"/>
                          <a:ext cx="1482266" cy="992162"/>
                        </a:xfrm>
                        <a:prstGeom prst="rect">
                          <a:avLst/>
                        </a:prstGeom>
                      </p:spPr>
                    </p:pic>
                  </p:oleObj>
                </mc:Fallback>
              </mc:AlternateContent>
            </a:graphicData>
          </a:graphic>
        </p:graphicFrame>
        <p:grpSp>
          <p:nvGrpSpPr>
            <p:cNvPr id="48" name="Group 47"/>
            <p:cNvGrpSpPr/>
            <p:nvPr userDrawn="1"/>
          </p:nvGrpSpPr>
          <p:grpSpPr>
            <a:xfrm>
              <a:off x="44487207" y="29414560"/>
              <a:ext cx="10354213" cy="1265612"/>
              <a:chOff x="44200453" y="28362386"/>
              <a:chExt cx="9771399" cy="1090622"/>
            </a:xfrm>
          </p:grpSpPr>
          <p:sp>
            <p:nvSpPr>
              <p:cNvPr id="50" name="Rounded Rectangle 49"/>
              <p:cNvSpPr/>
              <p:nvPr userDrawn="1"/>
            </p:nvSpPr>
            <p:spPr>
              <a:xfrm>
                <a:off x="44200453" y="28362386"/>
                <a:ext cx="9771398" cy="1090622"/>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18"/>
              </a:p>
            </p:txBody>
          </p:sp>
          <p:pic>
            <p:nvPicPr>
              <p:cNvPr id="51" name="Picture 7" descr="http://t2.gstatic.com/images?q=tbn:ANd9GcR4APHC6TT9w54M2zn_pvCiBxUNcspYPoVxirLRphBoJabfSvu7zw">
                <a:hlinkClick r:id="rId8"/>
              </p:cNvPr>
              <p:cNvPicPr>
                <a:picLocks noChangeAspect="1" noChangeArrowheads="1"/>
              </p:cNvPicPr>
              <p:nvPr userDrawn="1"/>
            </p:nvPicPr>
            <p:blipFill>
              <a:blip r:embed="rId9" cstate="print"/>
              <a:srcRect/>
              <a:stretch>
                <a:fillRect/>
              </a:stretch>
            </p:blipFill>
            <p:spPr bwMode="auto">
              <a:xfrm>
                <a:off x="44326393" y="28460718"/>
                <a:ext cx="914401" cy="914399"/>
              </a:xfrm>
              <a:prstGeom prst="rect">
                <a:avLst/>
              </a:prstGeom>
              <a:noFill/>
              <a:ln>
                <a:noFill/>
              </a:ln>
            </p:spPr>
          </p:pic>
          <p:sp>
            <p:nvSpPr>
              <p:cNvPr id="52" name="TextBox 51"/>
              <p:cNvSpPr txBox="1"/>
              <p:nvPr userDrawn="1"/>
            </p:nvSpPr>
            <p:spPr>
              <a:xfrm>
                <a:off x="45300663" y="28552305"/>
                <a:ext cx="8671189" cy="599843"/>
              </a:xfrm>
              <a:prstGeom prst="rect">
                <a:avLst/>
              </a:prstGeom>
              <a:noFill/>
              <a:ln>
                <a:noFill/>
              </a:ln>
            </p:spPr>
            <p:txBody>
              <a:bodyPr wrap="square" rtlCol="0">
                <a:spAutoFit/>
              </a:bodyPr>
              <a:lstStyle/>
              <a:p>
                <a:r>
                  <a:rPr lang="en-US" sz="1169" dirty="0">
                    <a:solidFill>
                      <a:schemeClr val="tx2"/>
                    </a:solidFill>
                    <a:latin typeface="Trebuchet MS" pitchFamily="34" charset="0"/>
                  </a:rPr>
                  <a:t>Student</a:t>
                </a:r>
                <a:r>
                  <a:rPr lang="en-US" sz="1169" baseline="0" dirty="0">
                    <a:solidFill>
                      <a:schemeClr val="tx2"/>
                    </a:solidFill>
                    <a:latin typeface="Trebuchet MS" pitchFamily="34" charset="0"/>
                  </a:rPr>
                  <a:t> discounts are available on our </a:t>
                </a:r>
                <a:r>
                  <a:rPr lang="en-US" sz="1169" baseline="0" dirty="0" err="1">
                    <a:solidFill>
                      <a:schemeClr val="tx2"/>
                    </a:solidFill>
                    <a:latin typeface="Trebuchet MS" pitchFamily="34" charset="0"/>
                  </a:rPr>
                  <a:t>Facebook</a:t>
                </a:r>
                <a:r>
                  <a:rPr lang="en-US" sz="1169" baseline="0" dirty="0">
                    <a:solidFill>
                      <a:schemeClr val="tx2"/>
                    </a:solidFill>
                    <a:latin typeface="Trebuchet MS" pitchFamily="34" charset="0"/>
                  </a:rPr>
                  <a:t> page.</a:t>
                </a:r>
                <a:br>
                  <a:rPr lang="en-US" sz="1169" baseline="0" dirty="0">
                    <a:solidFill>
                      <a:schemeClr val="tx2"/>
                    </a:solidFill>
                    <a:latin typeface="Trebuchet MS" pitchFamily="34" charset="0"/>
                  </a:rPr>
                </a:br>
                <a:r>
                  <a:rPr lang="en-US" sz="1169" baseline="0" dirty="0">
                    <a:solidFill>
                      <a:schemeClr val="tx2"/>
                    </a:solidFill>
                    <a:latin typeface="Trebuchet MS" pitchFamily="34" charset="0"/>
                  </a:rPr>
                  <a:t>Go to </a:t>
                </a:r>
                <a:r>
                  <a:rPr lang="en-US" sz="1169" u="sng" baseline="0" dirty="0">
                    <a:solidFill>
                      <a:schemeClr val="tx2"/>
                    </a:solidFill>
                    <a:latin typeface="Trebuchet MS" pitchFamily="34" charset="0"/>
                  </a:rPr>
                  <a:t>PosterPresentations.com</a:t>
                </a:r>
                <a:r>
                  <a:rPr lang="en-US" sz="1169" baseline="0" dirty="0">
                    <a:solidFill>
                      <a:schemeClr val="tx2"/>
                    </a:solidFill>
                    <a:latin typeface="Trebuchet MS" pitchFamily="34" charset="0"/>
                  </a:rPr>
                  <a:t> and click on the FB icon. </a:t>
                </a:r>
                <a:endParaRPr lang="en-US" sz="1169" dirty="0">
                  <a:solidFill>
                    <a:schemeClr val="tx2"/>
                  </a:solidFill>
                  <a:latin typeface="Trebuchet MS" pitchFamily="34" charset="0"/>
                </a:endParaRPr>
              </a:p>
            </p:txBody>
          </p:sp>
        </p:grpSp>
        <p:sp>
          <p:nvSpPr>
            <p:cNvPr id="49" name="TextBox 48"/>
            <p:cNvSpPr txBox="1"/>
            <p:nvPr userDrawn="1"/>
          </p:nvSpPr>
          <p:spPr>
            <a:xfrm>
              <a:off x="44262807" y="31169781"/>
              <a:ext cx="6870216" cy="1128071"/>
            </a:xfrm>
            <a:prstGeom prst="rect">
              <a:avLst/>
            </a:prstGeom>
            <a:noFill/>
          </p:spPr>
          <p:txBody>
            <a:bodyPr wrap="square" lIns="65304" tIns="32651" rIns="65304" bIns="32651" rtlCol="0">
              <a:spAutoFit/>
            </a:bodyPr>
            <a:lstStyle/>
            <a:p>
              <a:pPr>
                <a:lnSpc>
                  <a:spcPts val="1267"/>
                </a:lnSpc>
              </a:pPr>
              <a:r>
                <a:rPr lang="en-US" sz="1364" dirty="0">
                  <a:solidFill>
                    <a:schemeClr val="bg1"/>
                  </a:solidFill>
                </a:rPr>
                <a:t>© 2015</a:t>
              </a:r>
              <a:r>
                <a:rPr lang="en-US" sz="1364" baseline="0" dirty="0">
                  <a:solidFill>
                    <a:schemeClr val="bg1"/>
                  </a:solidFill>
                </a:rPr>
                <a:t> </a:t>
              </a:r>
              <a:r>
                <a:rPr lang="en-US" sz="1364" dirty="0">
                  <a:solidFill>
                    <a:schemeClr val="bg1"/>
                  </a:solidFill>
                </a:rPr>
                <a:t>PosterPresentations.com</a:t>
              </a:r>
              <a:br>
                <a:rPr lang="en-US" sz="1364" dirty="0">
                  <a:solidFill>
                    <a:schemeClr val="bg1"/>
                  </a:solidFill>
                </a:rPr>
              </a:br>
              <a:r>
                <a:rPr lang="en-US" sz="1364" dirty="0">
                  <a:solidFill>
                    <a:schemeClr val="bg1"/>
                  </a:solidFill>
                </a:rPr>
                <a:t>    </a:t>
              </a:r>
              <a:r>
                <a:rPr lang="en-US" sz="1169" dirty="0">
                  <a:solidFill>
                    <a:schemeClr val="bg1"/>
                  </a:solidFill>
                </a:rPr>
                <a:t>2117 Fourth Street ,</a:t>
              </a:r>
              <a:r>
                <a:rPr lang="en-US" sz="1169" baseline="0" dirty="0">
                  <a:solidFill>
                    <a:schemeClr val="bg1"/>
                  </a:solidFill>
                </a:rPr>
                <a:t> Unit C        </a:t>
              </a:r>
            </a:p>
            <a:p>
              <a:pPr>
                <a:lnSpc>
                  <a:spcPts val="1267"/>
                </a:lnSpc>
              </a:pPr>
              <a:r>
                <a:rPr lang="en-US" sz="1169" baseline="0" dirty="0">
                  <a:solidFill>
                    <a:schemeClr val="bg1"/>
                  </a:solidFill>
                </a:rPr>
                <a:t>     Berkeley CA </a:t>
              </a:r>
              <a:r>
                <a:rPr lang="en-US" sz="974" baseline="0" dirty="0">
                  <a:solidFill>
                    <a:schemeClr val="bg1"/>
                  </a:solidFill>
                </a:rPr>
                <a:t>94710</a:t>
              </a:r>
              <a:br>
                <a:rPr lang="en-US" sz="1169" baseline="0" dirty="0">
                  <a:solidFill>
                    <a:schemeClr val="bg1"/>
                  </a:solidFill>
                </a:rPr>
              </a:br>
              <a:r>
                <a:rPr lang="en-US" sz="1169" baseline="0" dirty="0">
                  <a:solidFill>
                    <a:schemeClr val="bg1"/>
                  </a:solidFill>
                </a:rPr>
                <a:t>    </a:t>
              </a:r>
              <a:r>
                <a:rPr lang="en-US" sz="1169" b="1" baseline="0" dirty="0">
                  <a:solidFill>
                    <a:srgbClr val="FFFF00"/>
                  </a:solidFill>
                </a:rPr>
                <a:t>posterpresenter@gmail.com</a:t>
              </a:r>
              <a:endParaRPr lang="en-US" sz="1364" b="1" dirty="0">
                <a:solidFill>
                  <a:srgbClr val="FFFF00"/>
                </a:solidFill>
              </a:endParaRPr>
            </a:p>
          </p:txBody>
        </p:sp>
      </p:grpSp>
      <p:grpSp>
        <p:nvGrpSpPr>
          <p:cNvPr id="53" name="Group 52"/>
          <p:cNvGrpSpPr/>
          <p:nvPr userDrawn="1"/>
        </p:nvGrpSpPr>
        <p:grpSpPr>
          <a:xfrm>
            <a:off x="-7742895" y="-1"/>
            <a:ext cx="7600578" cy="21383626"/>
            <a:chOff x="-11225189" y="-1"/>
            <a:chExt cx="11018865" cy="32918401"/>
          </a:xfrm>
        </p:grpSpPr>
        <p:sp>
          <p:nvSpPr>
            <p:cNvPr id="54" name="Rectangle 53"/>
            <p:cNvSpPr/>
            <p:nvPr/>
          </p:nvSpPr>
          <p:spPr>
            <a:xfrm>
              <a:off x="-11216136" y="-1"/>
              <a:ext cx="11009812" cy="32918401"/>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tIns="457200" rIns="457200" bIns="0" rtlCol="0" anchor="t" anchorCtr="0"/>
            <a:lstStyle/>
            <a:p>
              <a:pPr marL="0" marR="0" indent="0" algn="ctr" defTabSz="739736" rtl="0" eaLnBrk="1" fontAlgn="auto" latinLnBrk="0" hangingPunct="1">
                <a:lnSpc>
                  <a:spcPct val="100000"/>
                </a:lnSpc>
                <a:spcBef>
                  <a:spcPts val="0"/>
                </a:spcBef>
                <a:spcAft>
                  <a:spcPts val="0"/>
                </a:spcAft>
                <a:buClrTx/>
                <a:buSzTx/>
                <a:buFontTx/>
                <a:buNone/>
                <a:tabLst/>
                <a:defRPr/>
              </a:pPr>
              <a:r>
                <a:rPr lang="en-US" sz="1559" b="1" spc="0" dirty="0">
                  <a:solidFill>
                    <a:srgbClr val="FF0000"/>
                  </a:solidFill>
                  <a:latin typeface="Trebuchet MS" pitchFamily="34" charset="0"/>
                </a:rPr>
                <a:t>(—THIS SIDEBAR DOES NOT PRINT—)</a:t>
              </a:r>
              <a:endParaRPr lang="en-US" sz="1559" b="1" spc="292" dirty="0">
                <a:solidFill>
                  <a:schemeClr val="bg1"/>
                </a:solidFill>
                <a:latin typeface="Trebuchet MS" pitchFamily="34" charset="0"/>
              </a:endParaRPr>
            </a:p>
            <a:p>
              <a:pPr algn="ctr"/>
              <a:r>
                <a:rPr lang="en-US" sz="1949" b="1" spc="292" dirty="0">
                  <a:solidFill>
                    <a:schemeClr val="bg1"/>
                  </a:solidFill>
                  <a:latin typeface="Trebuchet MS" pitchFamily="34" charset="0"/>
                </a:rPr>
                <a:t>DESIGN</a:t>
              </a:r>
              <a:r>
                <a:rPr lang="en-US" sz="1949" b="1" spc="292" baseline="0" dirty="0">
                  <a:solidFill>
                    <a:schemeClr val="bg1"/>
                  </a:solidFill>
                  <a:latin typeface="Trebuchet MS" pitchFamily="34" charset="0"/>
                </a:rPr>
                <a:t> </a:t>
              </a:r>
              <a:r>
                <a:rPr lang="en-US" sz="1949" b="1" spc="292" dirty="0">
                  <a:solidFill>
                    <a:schemeClr val="bg1"/>
                  </a:solidFill>
                  <a:latin typeface="Trebuchet MS" pitchFamily="34" charset="0"/>
                </a:rPr>
                <a:t>GUIDE</a:t>
              </a:r>
            </a:p>
            <a:p>
              <a:pPr algn="ctr"/>
              <a:endParaRPr lang="en-US" sz="1364" b="1" dirty="0">
                <a:latin typeface="Trebuchet MS" pitchFamily="34" charset="0"/>
              </a:endParaRPr>
            </a:p>
            <a:p>
              <a:pPr defTabSz="1834619"/>
              <a:r>
                <a:rPr lang="en-US" sz="1364" i="0" dirty="0">
                  <a:latin typeface="Trebuchet MS" pitchFamily="34" charset="0"/>
                </a:rPr>
                <a:t>This PowerPoint</a:t>
              </a:r>
              <a:r>
                <a:rPr lang="en-US" sz="1364" i="0" baseline="0" dirty="0">
                  <a:latin typeface="Trebuchet MS" pitchFamily="34" charset="0"/>
                </a:rPr>
                <a:t> </a:t>
              </a:r>
              <a:r>
                <a:rPr lang="en-US" sz="1364" i="0" dirty="0">
                  <a:latin typeface="Trebuchet MS" pitchFamily="34" charset="0"/>
                </a:rPr>
                <a:t>2007 template produces</a:t>
              </a:r>
              <a:r>
                <a:rPr lang="en-US" sz="1364" i="0" baseline="0" dirty="0">
                  <a:latin typeface="Trebuchet MS" pitchFamily="34" charset="0"/>
                </a:rPr>
                <a:t> </a:t>
              </a:r>
              <a:r>
                <a:rPr lang="en-US" sz="1364" i="0" dirty="0">
                  <a:latin typeface="Trebuchet MS" pitchFamily="34" charset="0"/>
                </a:rPr>
                <a:t>a 36”x48” presentation poster. </a:t>
              </a:r>
              <a:r>
                <a:rPr lang="en-US" sz="1364" dirty="0">
                  <a:latin typeface="Trebuchet MS" pitchFamily="34" charset="0"/>
                </a:rPr>
                <a:t>You</a:t>
              </a:r>
              <a:r>
                <a:rPr lang="en-US" sz="1364" baseline="0" dirty="0">
                  <a:latin typeface="Trebuchet MS" pitchFamily="34" charset="0"/>
                </a:rPr>
                <a:t> can u</a:t>
              </a:r>
              <a:r>
                <a:rPr lang="en-US" sz="1364" dirty="0">
                  <a:latin typeface="Trebuchet MS" pitchFamily="34" charset="0"/>
                </a:rPr>
                <a:t>se</a:t>
              </a:r>
              <a:r>
                <a:rPr lang="en-US" sz="1364" baseline="0" dirty="0">
                  <a:latin typeface="Trebuchet MS" pitchFamily="34" charset="0"/>
                </a:rPr>
                <a:t> it to create your research poster and </a:t>
              </a:r>
              <a:r>
                <a:rPr lang="en-US" sz="1364" dirty="0">
                  <a:latin typeface="Trebuchet MS" pitchFamily="34" charset="0"/>
                </a:rPr>
                <a:t>save valuable time placing titles, subtitles,</a:t>
              </a:r>
              <a:r>
                <a:rPr lang="en-US" sz="1364" baseline="0" dirty="0">
                  <a:latin typeface="Trebuchet MS" pitchFamily="34" charset="0"/>
                </a:rPr>
                <a:t> text, and graphics</a:t>
              </a:r>
              <a:r>
                <a:rPr lang="en-US" sz="1364" dirty="0">
                  <a:latin typeface="Trebuchet MS" pitchFamily="34" charset="0"/>
                </a:rPr>
                <a:t>. </a:t>
              </a:r>
            </a:p>
            <a:p>
              <a:pPr defTabSz="1834619"/>
              <a:endParaRPr lang="en-US" sz="1364" dirty="0">
                <a:latin typeface="Trebuchet MS" pitchFamily="34" charset="0"/>
              </a:endParaRPr>
            </a:p>
            <a:p>
              <a:pPr defTabSz="2138427"/>
              <a:r>
                <a:rPr lang="en-US" sz="1364" dirty="0">
                  <a:latin typeface="Trebuchet MS" pitchFamily="34" charset="0"/>
                </a:rPr>
                <a:t>We provide a series of online tutorials that will guide you through the poster design process and answer your poster production questions. To view our template tutorials, go online to </a:t>
              </a:r>
              <a:r>
                <a:rPr lang="en-US" sz="1364" b="1" dirty="0">
                  <a:solidFill>
                    <a:srgbClr val="FFC000"/>
                  </a:solidFill>
                  <a:latin typeface="Trebuchet MS" pitchFamily="34" charset="0"/>
                </a:rPr>
                <a:t>PosterPresentations.com</a:t>
              </a:r>
              <a:r>
                <a:rPr lang="en-US" sz="1364" b="1" dirty="0">
                  <a:solidFill>
                    <a:schemeClr val="bg1"/>
                  </a:solidFill>
                  <a:latin typeface="Trebuchet MS" pitchFamily="34" charset="0"/>
                </a:rPr>
                <a:t> </a:t>
              </a:r>
              <a:r>
                <a:rPr lang="en-US" sz="1364" dirty="0">
                  <a:solidFill>
                    <a:schemeClr val="bg1"/>
                  </a:solidFill>
                  <a:latin typeface="Trebuchet MS" pitchFamily="34" charset="0"/>
                </a:rPr>
                <a:t>and click on HELP DESK.</a:t>
              </a:r>
            </a:p>
            <a:p>
              <a:pPr defTabSz="2138427"/>
              <a:endParaRPr lang="en-US" sz="1364" dirty="0">
                <a:latin typeface="Trebuchet MS" pitchFamily="34" charset="0"/>
              </a:endParaRPr>
            </a:p>
            <a:p>
              <a:pPr defTabSz="2138427"/>
              <a:r>
                <a:rPr lang="en-US" sz="1364" dirty="0">
                  <a:solidFill>
                    <a:schemeClr val="bg1"/>
                  </a:solidFill>
                  <a:latin typeface="Trebuchet MS" pitchFamily="34" charset="0"/>
                </a:rPr>
                <a:t>When</a:t>
              </a:r>
              <a:r>
                <a:rPr lang="en-US" sz="1364" baseline="0" dirty="0">
                  <a:solidFill>
                    <a:schemeClr val="bg1"/>
                  </a:solidFill>
                  <a:latin typeface="Trebuchet MS" pitchFamily="34" charset="0"/>
                </a:rPr>
                <a:t> you are ready to print your poster</a:t>
              </a:r>
              <a:r>
                <a:rPr lang="en-US" sz="1364" dirty="0">
                  <a:solidFill>
                    <a:schemeClr val="bg1"/>
                  </a:solidFill>
                  <a:latin typeface="Trebuchet MS" pitchFamily="34" charset="0"/>
                </a:rPr>
                <a:t>,</a:t>
              </a:r>
              <a:r>
                <a:rPr lang="en-US" sz="1364" baseline="0" dirty="0">
                  <a:solidFill>
                    <a:schemeClr val="bg1"/>
                  </a:solidFill>
                  <a:latin typeface="Trebuchet MS" pitchFamily="34" charset="0"/>
                </a:rPr>
                <a:t> go online to </a:t>
              </a:r>
              <a:r>
                <a:rPr lang="en-US" sz="1364" b="0" dirty="0">
                  <a:solidFill>
                    <a:schemeClr val="bg1"/>
                  </a:solidFill>
                  <a:latin typeface="Trebuchet MS" pitchFamily="34" charset="0"/>
                </a:rPr>
                <a:t>PosterPresentations.com</a:t>
              </a:r>
              <a:br>
                <a:rPr lang="en-US" sz="1364" dirty="0">
                  <a:solidFill>
                    <a:schemeClr val="bg1"/>
                  </a:solidFill>
                  <a:latin typeface="Trebuchet MS" pitchFamily="34" charset="0"/>
                </a:rPr>
              </a:br>
              <a:endParaRPr lang="en-US" sz="1364" dirty="0">
                <a:solidFill>
                  <a:schemeClr val="bg1"/>
                </a:solidFill>
                <a:latin typeface="Trebuchet MS" pitchFamily="34" charset="0"/>
              </a:endParaRPr>
            </a:p>
            <a:p>
              <a:pPr algn="l" defTabSz="1834619"/>
              <a:r>
                <a:rPr lang="en-US" sz="1364" b="0" dirty="0">
                  <a:solidFill>
                    <a:schemeClr val="bg1"/>
                  </a:solidFill>
                  <a:latin typeface="Trebuchet MS" pitchFamily="34" charset="0"/>
                </a:rPr>
                <a:t>Need</a:t>
              </a:r>
              <a:r>
                <a:rPr lang="en-US" sz="1364" b="0" baseline="0" dirty="0">
                  <a:solidFill>
                    <a:schemeClr val="bg1"/>
                  </a:solidFill>
                  <a:latin typeface="Trebuchet MS" pitchFamily="34" charset="0"/>
                </a:rPr>
                <a:t> assistance? Call us at </a:t>
              </a:r>
              <a:r>
                <a:rPr lang="en-US" sz="1364" b="0" dirty="0">
                  <a:solidFill>
                    <a:srgbClr val="FFC000"/>
                  </a:solidFill>
                  <a:latin typeface="Trebuchet MS" pitchFamily="34" charset="0"/>
                </a:rPr>
                <a:t>1.510.649.3001</a:t>
              </a:r>
            </a:p>
            <a:p>
              <a:pPr algn="l" defTabSz="1834619"/>
              <a:endParaRPr lang="en-US" sz="1754" b="1" dirty="0">
                <a:solidFill>
                  <a:srgbClr val="FFFF00"/>
                </a:solidFill>
                <a:latin typeface="Trebuchet MS" pitchFamily="34" charset="0"/>
              </a:endParaRPr>
            </a:p>
            <a:p>
              <a:pPr algn="ctr"/>
              <a:endParaRPr lang="en-US" sz="1169" b="1" dirty="0">
                <a:solidFill>
                  <a:schemeClr val="bg1"/>
                </a:solidFill>
                <a:latin typeface="Trebuchet MS" pitchFamily="34" charset="0"/>
              </a:endParaRPr>
            </a:p>
            <a:p>
              <a:pPr algn="ctr"/>
              <a:r>
                <a:rPr lang="en-US" sz="1949" b="1" spc="292" dirty="0">
                  <a:solidFill>
                    <a:schemeClr val="bg1"/>
                  </a:solidFill>
                  <a:latin typeface="Trebuchet MS" pitchFamily="34" charset="0"/>
                </a:rPr>
                <a:t>QUICK START</a:t>
              </a:r>
            </a:p>
            <a:p>
              <a:pPr algn="ctr"/>
              <a:endParaRPr lang="en-US" sz="1559" b="1" baseline="0" dirty="0">
                <a:solidFill>
                  <a:schemeClr val="bg1"/>
                </a:solidFill>
                <a:latin typeface="Trebuchet MS" pitchFamily="34" charset="0"/>
              </a:endParaRPr>
            </a:p>
            <a:p>
              <a:pPr algn="ctr"/>
              <a:r>
                <a:rPr lang="en-US" sz="1559" b="1" baseline="0" dirty="0">
                  <a:solidFill>
                    <a:srgbClr val="FFC000"/>
                  </a:solidFill>
                  <a:latin typeface="Trebuchet MS" pitchFamily="34" charset="0"/>
                </a:rPr>
                <a:t>Zoom in and out</a:t>
              </a:r>
            </a:p>
            <a:p>
              <a:pPr marL="921929" indent="-921929" algn="l" defTabSz="414558"/>
              <a:r>
                <a:rPr lang="en-US" sz="1169" b="0" baseline="0" dirty="0">
                  <a:solidFill>
                    <a:schemeClr val="bg1"/>
                  </a:solidFill>
                  <a:latin typeface="Trebuchet MS" pitchFamily="34" charset="0"/>
                </a:rPr>
                <a:t>	</a:t>
              </a:r>
              <a:r>
                <a:rPr lang="en-US" sz="1169" b="0" baseline="0" dirty="0">
                  <a:solidFill>
                    <a:schemeClr val="bg1">
                      <a:lumMod val="75000"/>
                    </a:schemeClr>
                  </a:solidFill>
                  <a:latin typeface="Trebuchet MS" pitchFamily="34" charset="0"/>
                </a:rPr>
                <a:t>As you work on your poster zoom in and out to the level that is more comfortable to you. </a:t>
              </a:r>
            </a:p>
            <a:p>
              <a:pPr marL="921929" indent="-921929" algn="l" defTabSz="414558"/>
              <a:r>
                <a:rPr lang="en-US" sz="1169" b="1" baseline="0" dirty="0">
                  <a:solidFill>
                    <a:schemeClr val="bg1">
                      <a:lumMod val="75000"/>
                    </a:schemeClr>
                  </a:solidFill>
                  <a:latin typeface="Trebuchet MS" pitchFamily="34" charset="0"/>
                </a:rPr>
                <a:t>	</a:t>
              </a:r>
              <a:r>
                <a:rPr lang="en-US" sz="1169" b="0" baseline="0" dirty="0">
                  <a:solidFill>
                    <a:schemeClr val="bg1">
                      <a:lumMod val="75000"/>
                    </a:schemeClr>
                  </a:solidFill>
                  <a:latin typeface="Trebuchet MS" pitchFamily="34" charset="0"/>
                </a:rPr>
                <a:t>Go to VIEW &gt; ZOOM.</a:t>
              </a:r>
            </a:p>
            <a:p>
              <a:pPr algn="l"/>
              <a:endParaRPr lang="en-US" sz="1364" b="0" baseline="0" dirty="0">
                <a:solidFill>
                  <a:schemeClr val="bg1"/>
                </a:solidFill>
                <a:latin typeface="Trebuchet MS" pitchFamily="34" charset="0"/>
              </a:endParaRPr>
            </a:p>
            <a:p>
              <a:pPr algn="ctr"/>
              <a:r>
                <a:rPr lang="en-US" sz="1559" b="1" baseline="0" dirty="0">
                  <a:solidFill>
                    <a:srgbClr val="FFC000"/>
                  </a:solidFill>
                  <a:latin typeface="Trebuchet MS" pitchFamily="34" charset="0"/>
                </a:rPr>
                <a:t>Title, Authors, and Affiliations</a:t>
              </a:r>
            </a:p>
            <a:p>
              <a:pPr algn="l"/>
              <a:r>
                <a:rPr lang="en-US" sz="1169" b="0" baseline="0" dirty="0">
                  <a:solidFill>
                    <a:schemeClr val="bg1">
                      <a:lumMod val="75000"/>
                    </a:schemeClr>
                  </a:solidFill>
                  <a:latin typeface="Trebuchet MS" pitchFamily="34" charset="0"/>
                </a:rPr>
                <a:t>Start designing your poster by adding the title, the names of the authors, and the affiliated institutions. </a:t>
              </a:r>
              <a:r>
                <a:rPr lang="en-US" sz="1169" b="0" spc="0" baseline="0" dirty="0">
                  <a:solidFill>
                    <a:schemeClr val="bg1">
                      <a:lumMod val="75000"/>
                    </a:schemeClr>
                  </a:solidFill>
                  <a:latin typeface="Trebuchet MS" pitchFamily="34" charset="0"/>
                </a:rPr>
                <a:t>You can type or paste text into the provided boxes. The template will automatically adjust the size of your text to fit the title box. You can manually override this feature and change the size of your text. </a:t>
              </a:r>
            </a:p>
            <a:p>
              <a:pPr algn="l"/>
              <a:endParaRPr lang="en-US" sz="1169" b="0" spc="0" baseline="0" dirty="0">
                <a:solidFill>
                  <a:schemeClr val="bg1">
                    <a:lumMod val="75000"/>
                  </a:schemeClr>
                </a:solidFill>
                <a:latin typeface="Trebuchet MS" pitchFamily="34" charset="0"/>
              </a:endParaRPr>
            </a:p>
            <a:p>
              <a:pPr algn="l"/>
              <a:r>
                <a:rPr lang="en-US" sz="1169" b="1" spc="146" baseline="0" dirty="0">
                  <a:solidFill>
                    <a:srgbClr val="FFC000"/>
                  </a:solidFill>
                  <a:latin typeface="Trebuchet MS" pitchFamily="34" charset="0"/>
                </a:rPr>
                <a:t>TIP</a:t>
              </a:r>
              <a:r>
                <a:rPr lang="en-US" sz="1169" b="1" baseline="0" dirty="0">
                  <a:solidFill>
                    <a:srgbClr val="FFC000"/>
                  </a:solidFill>
                  <a:latin typeface="Trebuchet MS" pitchFamily="34" charset="0"/>
                </a:rPr>
                <a:t>: </a:t>
              </a:r>
              <a:r>
                <a:rPr lang="en-US" sz="1169" b="0" baseline="0" dirty="0">
                  <a:solidFill>
                    <a:schemeClr val="bg1">
                      <a:lumMod val="75000"/>
                    </a:schemeClr>
                  </a:solidFill>
                  <a:latin typeface="Trebuchet MS" pitchFamily="34" charset="0"/>
                </a:rPr>
                <a:t>The font size of your title should be bigger than your name(s) and institution name(s).</a:t>
              </a:r>
            </a:p>
            <a:p>
              <a:pPr algn="l"/>
              <a:br>
                <a:rPr lang="en-US" sz="1364" b="1" baseline="0" dirty="0">
                  <a:solidFill>
                    <a:schemeClr val="bg1"/>
                  </a:solidFill>
                  <a:latin typeface="Trebuchet MS" pitchFamily="34" charset="0"/>
                </a:rPr>
              </a:br>
              <a:endParaRPr lang="en-US" sz="1364" b="1" dirty="0">
                <a:solidFill>
                  <a:schemeClr val="bg1"/>
                </a:solidFill>
                <a:latin typeface="Trebuchet MS" pitchFamily="34" charset="0"/>
              </a:endParaRPr>
            </a:p>
            <a:p>
              <a:pPr algn="ctr"/>
              <a:endParaRPr lang="en-US" sz="1364" b="1" dirty="0">
                <a:solidFill>
                  <a:srgbClr val="FFC000"/>
                </a:solidFill>
                <a:latin typeface="Trebuchet MS" pitchFamily="34" charset="0"/>
              </a:endParaRPr>
            </a:p>
            <a:p>
              <a:pPr algn="ctr"/>
              <a:endParaRPr lang="en-US" sz="1364" b="1" dirty="0">
                <a:solidFill>
                  <a:srgbClr val="FFC000"/>
                </a:solidFill>
                <a:latin typeface="Trebuchet MS" pitchFamily="34" charset="0"/>
              </a:endParaRPr>
            </a:p>
            <a:p>
              <a:pPr algn="ctr"/>
              <a:r>
                <a:rPr lang="en-US" sz="1559" b="1" dirty="0">
                  <a:solidFill>
                    <a:srgbClr val="FFC000"/>
                  </a:solidFill>
                  <a:latin typeface="Trebuchet MS" pitchFamily="34" charset="0"/>
                </a:rPr>
                <a:t>Adding Logos</a:t>
              </a:r>
              <a:r>
                <a:rPr lang="en-US" sz="1559" b="1" baseline="0" dirty="0">
                  <a:solidFill>
                    <a:srgbClr val="FFC000"/>
                  </a:solidFill>
                  <a:latin typeface="Trebuchet MS" pitchFamily="34" charset="0"/>
                </a:rPr>
                <a:t> / Seals</a:t>
              </a:r>
            </a:p>
            <a:p>
              <a:pPr algn="l"/>
              <a:r>
                <a:rPr lang="en-US" sz="1169" b="0" baseline="0" dirty="0">
                  <a:solidFill>
                    <a:schemeClr val="bg1">
                      <a:lumMod val="75000"/>
                    </a:schemeClr>
                  </a:solidFill>
                  <a:latin typeface="Trebuchet MS" pitchFamily="34" charset="0"/>
                </a:rPr>
                <a:t>Most often, logos are added on each side of the title. You can insert a logo by dragging and dropping it from your desktop, copy and paste or by going to INSERT &gt; PICTURES. Logos taken from web sites are likely to be low quality when printed. Zoom it at 100% to see what the logo will look like on the final poster and make any necessary adjustments.  </a:t>
              </a:r>
            </a:p>
            <a:p>
              <a:pPr algn="l"/>
              <a:endParaRPr lang="en-US" sz="1169" b="0" spc="146" baseline="0" dirty="0">
                <a:solidFill>
                  <a:schemeClr val="bg1">
                    <a:lumMod val="75000"/>
                  </a:schemeClr>
                </a:solidFill>
                <a:latin typeface="Trebuchet MS" pitchFamily="34" charset="0"/>
              </a:endParaRPr>
            </a:p>
            <a:p>
              <a:pPr algn="l"/>
              <a:r>
                <a:rPr lang="en-US" sz="1169" b="1" spc="146" baseline="0" dirty="0">
                  <a:solidFill>
                    <a:srgbClr val="FFC000"/>
                  </a:solidFill>
                  <a:latin typeface="Trebuchet MS" pitchFamily="34" charset="0"/>
                </a:rPr>
                <a:t>TIP:</a:t>
              </a:r>
              <a:r>
                <a:rPr lang="en-US" sz="1169" b="1" spc="0" baseline="0" dirty="0">
                  <a:solidFill>
                    <a:srgbClr val="FFC000"/>
                  </a:solidFill>
                  <a:latin typeface="Trebuchet MS" pitchFamily="34" charset="0"/>
                </a:rPr>
                <a:t> </a:t>
              </a:r>
              <a:r>
                <a:rPr lang="en-US" sz="1169" b="0" baseline="0" dirty="0">
                  <a:solidFill>
                    <a:schemeClr val="bg1">
                      <a:lumMod val="75000"/>
                    </a:schemeClr>
                  </a:solidFill>
                  <a:latin typeface="Trebuchet MS" pitchFamily="34" charset="0"/>
                </a:rPr>
                <a:t>See if your school’s logo is available on our free poster templates page.</a:t>
              </a:r>
            </a:p>
            <a:p>
              <a:pPr algn="l"/>
              <a:endParaRPr lang="en-US" sz="1169" b="0" baseline="0" dirty="0">
                <a:latin typeface="Trebuchet MS" pitchFamily="34" charset="0"/>
              </a:endParaRPr>
            </a:p>
            <a:p>
              <a:pPr algn="ctr"/>
              <a:r>
                <a:rPr lang="en-US" sz="1559" b="1" baseline="0" dirty="0">
                  <a:solidFill>
                    <a:srgbClr val="FFC000"/>
                  </a:solidFill>
                  <a:latin typeface="Trebuchet MS" pitchFamily="34" charset="0"/>
                </a:rPr>
                <a:t>Photographs / Graphics</a:t>
              </a:r>
            </a:p>
            <a:p>
              <a:pPr algn="l" defTabSz="476433"/>
              <a:r>
                <a:rPr lang="en-US" sz="1169" b="0" baseline="0" dirty="0">
                  <a:solidFill>
                    <a:schemeClr val="bg1">
                      <a:lumMod val="75000"/>
                    </a:schemeClr>
                  </a:solidFill>
                  <a:latin typeface="Trebuchet MS" pitchFamily="34" charset="0"/>
                </a:rPr>
                <a:t>You can add images by dragging and dropping from your desktop, copy and paste, or by going to INSERT &gt; PICTURES. Resize images proportionally by holding down the SHIFT key and dragging one of the corner handles. For a professional-looking poster, do not distort your images by enlarging them </a:t>
              </a:r>
              <a:r>
                <a:rPr lang="en-US" sz="1169" b="0" spc="0" baseline="0" dirty="0">
                  <a:solidFill>
                    <a:schemeClr val="bg1">
                      <a:lumMod val="75000"/>
                    </a:schemeClr>
                  </a:solidFill>
                  <a:latin typeface="Trebuchet MS" pitchFamily="34" charset="0"/>
                </a:rPr>
                <a:t>disproportionally.</a:t>
              </a:r>
            </a:p>
            <a:p>
              <a:pPr algn="l" defTabSz="476433"/>
              <a:endParaRPr lang="en-US" sz="1169" b="0" baseline="0" dirty="0">
                <a:latin typeface="Trebuchet MS" pitchFamily="34" charset="0"/>
              </a:endParaRPr>
            </a:p>
            <a:p>
              <a:pPr algn="ctr"/>
              <a:endParaRPr lang="en-US" sz="1364" b="1" baseline="0" dirty="0">
                <a:solidFill>
                  <a:srgbClr val="FFC000"/>
                </a:solidFill>
                <a:latin typeface="Trebuchet MS" pitchFamily="34" charset="0"/>
              </a:endParaRPr>
            </a:p>
            <a:p>
              <a:pPr algn="ctr"/>
              <a:endParaRPr lang="en-US" sz="1364" b="1" baseline="0" dirty="0">
                <a:solidFill>
                  <a:srgbClr val="FFC000"/>
                </a:solidFill>
                <a:latin typeface="Trebuchet MS" pitchFamily="34" charset="0"/>
              </a:endParaRPr>
            </a:p>
            <a:p>
              <a:pPr algn="ctr"/>
              <a:endParaRPr lang="en-US" sz="1364" b="1" baseline="0" dirty="0">
                <a:solidFill>
                  <a:srgbClr val="FFC000"/>
                </a:solidFill>
                <a:latin typeface="Trebuchet MS" pitchFamily="34" charset="0"/>
              </a:endParaRPr>
            </a:p>
            <a:p>
              <a:pPr algn="ctr"/>
              <a:endParaRPr lang="en-US" sz="1364" b="1" baseline="0" dirty="0">
                <a:solidFill>
                  <a:srgbClr val="FFC000"/>
                </a:solidFill>
                <a:latin typeface="Trebuchet MS" pitchFamily="34" charset="0"/>
              </a:endParaRPr>
            </a:p>
            <a:p>
              <a:pPr algn="ctr"/>
              <a:endParaRPr lang="en-US" sz="1364" b="1" baseline="0" dirty="0">
                <a:solidFill>
                  <a:srgbClr val="FFC000"/>
                </a:solidFill>
                <a:latin typeface="Trebuchet MS" pitchFamily="34" charset="0"/>
              </a:endParaRPr>
            </a:p>
            <a:p>
              <a:pPr algn="ctr"/>
              <a:endParaRPr lang="en-US" sz="1364" b="1" baseline="0" dirty="0">
                <a:solidFill>
                  <a:srgbClr val="FFC000"/>
                </a:solidFill>
                <a:latin typeface="Trebuchet MS" pitchFamily="34" charset="0"/>
              </a:endParaRPr>
            </a:p>
            <a:p>
              <a:pPr algn="ctr"/>
              <a:r>
                <a:rPr lang="en-US" sz="1559" b="1" baseline="0" dirty="0">
                  <a:solidFill>
                    <a:srgbClr val="FFC000"/>
                  </a:solidFill>
                  <a:latin typeface="Trebuchet MS" pitchFamily="34" charset="0"/>
                </a:rPr>
                <a:t>Image Quality Check</a:t>
              </a:r>
            </a:p>
            <a:p>
              <a:pPr lvl="0" algn="l" defTabSz="476433"/>
              <a:r>
                <a:rPr lang="en-US" sz="1169" b="0" baseline="0" dirty="0">
                  <a:solidFill>
                    <a:schemeClr val="bg1">
                      <a:lumMod val="75000"/>
                    </a:schemeClr>
                  </a:solidFill>
                  <a:latin typeface="Trebuchet MS" pitchFamily="34" charset="0"/>
                </a:rPr>
                <a:t>Zoom in and look at your images at 100% magnification. If they look good they will print well. </a:t>
              </a:r>
              <a:endParaRPr lang="en-US" sz="1364" b="0" dirty="0">
                <a:latin typeface="Trebuchet MS" pitchFamily="34" charset="0"/>
              </a:endParaRPr>
            </a:p>
          </p:txBody>
        </p:sp>
        <p:cxnSp>
          <p:nvCxnSpPr>
            <p:cNvPr id="55" name="Straight Connector 54"/>
            <p:cNvCxnSpPr/>
            <p:nvPr/>
          </p:nvCxnSpPr>
          <p:spPr>
            <a:xfrm>
              <a:off x="-11225189" y="8422500"/>
              <a:ext cx="10999746" cy="3341"/>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pic>
          <p:nvPicPr>
            <p:cNvPr id="56" name="Picture 55"/>
            <p:cNvPicPr>
              <a:picLocks noChangeAspect="1"/>
            </p:cNvPicPr>
            <p:nvPr userDrawn="1"/>
          </p:nvPicPr>
          <p:blipFill>
            <a:blip r:embed="rId10"/>
            <a:stretch>
              <a:fillRect/>
            </a:stretch>
          </p:blipFill>
          <p:spPr>
            <a:xfrm>
              <a:off x="-10740740" y="10261718"/>
              <a:ext cx="1597666" cy="1201935"/>
            </a:xfrm>
            <a:prstGeom prst="rect">
              <a:avLst/>
            </a:prstGeom>
          </p:spPr>
        </p:pic>
        <p:pic>
          <p:nvPicPr>
            <p:cNvPr id="57" name="Picture 56"/>
            <p:cNvPicPr>
              <a:picLocks noChangeAspect="1"/>
            </p:cNvPicPr>
            <p:nvPr userDrawn="1"/>
          </p:nvPicPr>
          <p:blipFill>
            <a:blip r:embed="rId11"/>
            <a:stretch>
              <a:fillRect/>
            </a:stretch>
          </p:blipFill>
          <p:spPr>
            <a:xfrm>
              <a:off x="-10732765" y="15696927"/>
              <a:ext cx="9986808" cy="1053596"/>
            </a:xfrm>
            <a:prstGeom prst="rect">
              <a:avLst/>
            </a:prstGeom>
          </p:spPr>
        </p:pic>
        <p:grpSp>
          <p:nvGrpSpPr>
            <p:cNvPr id="58" name="Group 57"/>
            <p:cNvGrpSpPr/>
            <p:nvPr userDrawn="1"/>
          </p:nvGrpSpPr>
          <p:grpSpPr>
            <a:xfrm>
              <a:off x="-9744993" y="23540951"/>
              <a:ext cx="7531182" cy="2308031"/>
              <a:chOff x="-4470427" y="11016658"/>
              <a:chExt cx="3470785" cy="1060408"/>
            </a:xfrm>
          </p:grpSpPr>
          <p:grpSp>
            <p:nvGrpSpPr>
              <p:cNvPr id="64" name="Group 63"/>
              <p:cNvGrpSpPr/>
              <p:nvPr userDrawn="1"/>
            </p:nvGrpSpPr>
            <p:grpSpPr>
              <a:xfrm>
                <a:off x="-2783495" y="11060885"/>
                <a:ext cx="624431" cy="911073"/>
                <a:chOff x="-3958697" y="11117435"/>
                <a:chExt cx="779338" cy="1305562"/>
              </a:xfrm>
            </p:grpSpPr>
            <p:pic>
              <p:nvPicPr>
                <p:cNvPr id="70" name="Picture 69"/>
                <p:cNvPicPr>
                  <a:picLocks noChangeAspect="1"/>
                </p:cNvPicPr>
                <p:nvPr userDrawn="1"/>
              </p:nvPicPr>
              <p:blipFill>
                <a:blip r:embed="rId12"/>
                <a:stretch>
                  <a:fillRect/>
                </a:stretch>
              </p:blipFill>
              <p:spPr>
                <a:xfrm>
                  <a:off x="-3948160" y="11117435"/>
                  <a:ext cx="768801" cy="1090857"/>
                </a:xfrm>
                <a:prstGeom prst="rect">
                  <a:avLst/>
                </a:prstGeom>
              </p:spPr>
            </p:pic>
            <p:sp>
              <p:nvSpPr>
                <p:cNvPr id="71" name="TextBox 70"/>
                <p:cNvSpPr txBox="1"/>
                <p:nvPr userDrawn="1"/>
              </p:nvSpPr>
              <p:spPr>
                <a:xfrm>
                  <a:off x="-3958697" y="12114178"/>
                  <a:ext cx="779337" cy="308819"/>
                </a:xfrm>
                <a:prstGeom prst="rect">
                  <a:avLst/>
                </a:prstGeom>
                <a:solidFill>
                  <a:schemeClr val="accent1"/>
                </a:solidFill>
                <a:ln>
                  <a:noFill/>
                </a:ln>
              </p:spPr>
              <p:txBody>
                <a:bodyPr wrap="square" lIns="91440" tIns="91440" rIns="91440" bIns="91440" rtlCol="0">
                  <a:spAutoFit/>
                </a:bodyPr>
                <a:lstStyle/>
                <a:p>
                  <a:pPr algn="ctr"/>
                  <a:r>
                    <a:rPr lang="en-US" sz="780" b="1" dirty="0">
                      <a:solidFill>
                        <a:schemeClr val="tx1"/>
                      </a:solidFill>
                    </a:rPr>
                    <a:t>ORIGINAL</a:t>
                  </a:r>
                </a:p>
              </p:txBody>
            </p:sp>
          </p:grpSp>
          <p:grpSp>
            <p:nvGrpSpPr>
              <p:cNvPr id="65" name="Group 64"/>
              <p:cNvGrpSpPr/>
              <p:nvPr userDrawn="1"/>
            </p:nvGrpSpPr>
            <p:grpSpPr>
              <a:xfrm>
                <a:off x="-2033159" y="11060891"/>
                <a:ext cx="1033517" cy="914555"/>
                <a:chOff x="-2921738" y="11200127"/>
                <a:chExt cx="1420279" cy="1256798"/>
              </a:xfrm>
            </p:grpSpPr>
            <p:pic>
              <p:nvPicPr>
                <p:cNvPr id="68" name="Picture 67"/>
                <p:cNvPicPr>
                  <a:picLocks noChangeAspect="1"/>
                </p:cNvPicPr>
                <p:nvPr userDrawn="1"/>
              </p:nvPicPr>
              <p:blipFill>
                <a:blip r:embed="rId12"/>
                <a:stretch>
                  <a:fillRect/>
                </a:stretch>
              </p:blipFill>
              <p:spPr>
                <a:xfrm>
                  <a:off x="-2921738" y="11200127"/>
                  <a:ext cx="1420279" cy="1029694"/>
                </a:xfrm>
                <a:prstGeom prst="rect">
                  <a:avLst/>
                </a:prstGeom>
              </p:spPr>
            </p:pic>
            <p:sp>
              <p:nvSpPr>
                <p:cNvPr id="69" name="TextBox 68"/>
                <p:cNvSpPr txBox="1"/>
                <p:nvPr userDrawn="1"/>
              </p:nvSpPr>
              <p:spPr>
                <a:xfrm>
                  <a:off x="-2918991" y="12175418"/>
                  <a:ext cx="1417532" cy="281507"/>
                </a:xfrm>
                <a:prstGeom prst="rect">
                  <a:avLst/>
                </a:prstGeom>
                <a:solidFill>
                  <a:srgbClr val="FF0000"/>
                </a:solidFill>
              </p:spPr>
              <p:txBody>
                <a:bodyPr wrap="square" lIns="457200" tIns="91440" rIns="457200" bIns="91440" rtlCol="0">
                  <a:spAutoFit/>
                </a:bodyPr>
                <a:lstStyle/>
                <a:p>
                  <a:pPr algn="ctr"/>
                  <a:r>
                    <a:rPr lang="en-US" sz="682" b="1" dirty="0">
                      <a:solidFill>
                        <a:schemeClr val="bg1"/>
                      </a:solidFill>
                    </a:rPr>
                    <a:t>DISTORTED</a:t>
                  </a:r>
                  <a:endParaRPr lang="en-US" sz="341" b="1" dirty="0">
                    <a:solidFill>
                      <a:schemeClr val="bg1"/>
                    </a:solidFill>
                  </a:endParaRPr>
                </a:p>
              </p:txBody>
            </p:sp>
          </p:grpSp>
          <p:pic>
            <p:nvPicPr>
              <p:cNvPr id="66" name="Picture 65"/>
              <p:cNvPicPr>
                <a:picLocks noChangeAspect="1"/>
              </p:cNvPicPr>
              <p:nvPr userDrawn="1"/>
            </p:nvPicPr>
            <p:blipFill>
              <a:blip r:embed="rId13"/>
              <a:stretch>
                <a:fillRect/>
              </a:stretch>
            </p:blipFill>
            <p:spPr>
              <a:xfrm>
                <a:off x="-4470427" y="11016658"/>
                <a:ext cx="1098742" cy="847761"/>
              </a:xfrm>
              <a:prstGeom prst="rect">
                <a:avLst/>
              </a:prstGeom>
            </p:spPr>
          </p:pic>
          <p:sp>
            <p:nvSpPr>
              <p:cNvPr id="67" name="TextBox 66"/>
              <p:cNvSpPr txBox="1"/>
              <p:nvPr userDrawn="1"/>
            </p:nvSpPr>
            <p:spPr>
              <a:xfrm>
                <a:off x="-4440600" y="11665645"/>
                <a:ext cx="1035685" cy="411421"/>
              </a:xfrm>
              <a:prstGeom prst="rect">
                <a:avLst/>
              </a:prstGeom>
              <a:noFill/>
            </p:spPr>
            <p:txBody>
              <a:bodyPr wrap="square" lIns="457200" tIns="457200" rIns="457200" bIns="0" rtlCol="0">
                <a:spAutoFit/>
              </a:bodyPr>
              <a:lstStyle/>
              <a:p>
                <a:pPr algn="ctr"/>
                <a:r>
                  <a:rPr lang="en-US" sz="780" dirty="0">
                    <a:solidFill>
                      <a:schemeClr val="bg1"/>
                    </a:solidFill>
                  </a:rPr>
                  <a:t>Corner</a:t>
                </a:r>
                <a:r>
                  <a:rPr lang="en-US" sz="780" baseline="0" dirty="0">
                    <a:solidFill>
                      <a:schemeClr val="bg1"/>
                    </a:solidFill>
                  </a:rPr>
                  <a:t> handles</a:t>
                </a:r>
                <a:endParaRPr lang="en-US" sz="780" dirty="0">
                  <a:solidFill>
                    <a:schemeClr val="bg1"/>
                  </a:solidFill>
                </a:endParaRPr>
              </a:p>
            </p:txBody>
          </p:sp>
        </p:grpSp>
        <p:grpSp>
          <p:nvGrpSpPr>
            <p:cNvPr id="59" name="Group 58"/>
            <p:cNvGrpSpPr/>
            <p:nvPr userDrawn="1"/>
          </p:nvGrpSpPr>
          <p:grpSpPr>
            <a:xfrm>
              <a:off x="-10383454" y="27751410"/>
              <a:ext cx="9292334" cy="2453251"/>
              <a:chOff x="-4747927" y="12734136"/>
              <a:chExt cx="4282421" cy="1127128"/>
            </a:xfrm>
          </p:grpSpPr>
          <p:graphicFrame>
            <p:nvGraphicFramePr>
              <p:cNvPr id="60" name="Object 59"/>
              <p:cNvGraphicFramePr>
                <a:graphicFrameLocks noChangeAspect="1"/>
              </p:cNvGraphicFramePr>
              <p:nvPr userDrawn="1">
                <p:extLst>
                  <p:ext uri="{D42A27DB-BD31-4B8C-83A1-F6EECF244321}">
                    <p14:modId xmlns:p14="http://schemas.microsoft.com/office/powerpoint/2010/main" val="1199812768"/>
                  </p:ext>
                </p:extLst>
              </p:nvPr>
            </p:nvGraphicFramePr>
            <p:xfrm>
              <a:off x="-4533347" y="12734142"/>
              <a:ext cx="1828800" cy="1117600"/>
            </p:xfrm>
            <a:graphic>
              <a:graphicData uri="http://schemas.openxmlformats.org/presentationml/2006/ole">
                <mc:AlternateContent xmlns:mc="http://schemas.openxmlformats.org/markup-compatibility/2006">
                  <mc:Choice xmlns:v="urn:schemas-microsoft-com:vml" Requires="v">
                    <p:oleObj name="Image" r:id="rId14" imgW="1828440" imgH="1117440" progId="Photoshop.Image.13">
                      <p:embed/>
                    </p:oleObj>
                  </mc:Choice>
                  <mc:Fallback>
                    <p:oleObj name="Image" r:id="rId14" imgW="1828440" imgH="1117440" progId="Photoshop.Image.13">
                      <p:embed/>
                      <p:pic>
                        <p:nvPicPr>
                          <p:cNvPr id="60" name="Object 59"/>
                          <p:cNvPicPr/>
                          <p:nvPr/>
                        </p:nvPicPr>
                        <p:blipFill>
                          <a:blip r:embed="rId15"/>
                          <a:stretch>
                            <a:fillRect/>
                          </a:stretch>
                        </p:blipFill>
                        <p:spPr>
                          <a:xfrm>
                            <a:off x="-4533347" y="12734142"/>
                            <a:ext cx="1828800" cy="1117600"/>
                          </a:xfrm>
                          <a:prstGeom prst="rect">
                            <a:avLst/>
                          </a:prstGeom>
                        </p:spPr>
                      </p:pic>
                    </p:oleObj>
                  </mc:Fallback>
                </mc:AlternateContent>
              </a:graphicData>
            </a:graphic>
          </p:graphicFrame>
          <p:graphicFrame>
            <p:nvGraphicFramePr>
              <p:cNvPr id="61" name="Object 60"/>
              <p:cNvGraphicFramePr>
                <a:graphicFrameLocks noChangeAspect="1"/>
              </p:cNvGraphicFramePr>
              <p:nvPr userDrawn="1">
                <p:extLst>
                  <p:ext uri="{D42A27DB-BD31-4B8C-83A1-F6EECF244321}">
                    <p14:modId xmlns:p14="http://schemas.microsoft.com/office/powerpoint/2010/main" val="4096349677"/>
                  </p:ext>
                </p:extLst>
              </p:nvPr>
            </p:nvGraphicFramePr>
            <p:xfrm>
              <a:off x="-2456641" y="12737835"/>
              <a:ext cx="1828800" cy="1117600"/>
            </p:xfrm>
            <a:graphic>
              <a:graphicData uri="http://schemas.openxmlformats.org/presentationml/2006/ole">
                <mc:AlternateContent xmlns:mc="http://schemas.openxmlformats.org/markup-compatibility/2006">
                  <mc:Choice xmlns:v="urn:schemas-microsoft-com:vml" Requires="v">
                    <p:oleObj name="Image" r:id="rId16" imgW="1828440" imgH="1117440" progId="Photoshop.Image.13">
                      <p:embed/>
                    </p:oleObj>
                  </mc:Choice>
                  <mc:Fallback>
                    <p:oleObj name="Image" r:id="rId16" imgW="1828440" imgH="1117440" progId="Photoshop.Image.13">
                      <p:embed/>
                      <p:pic>
                        <p:nvPicPr>
                          <p:cNvPr id="61" name="Object 60"/>
                          <p:cNvPicPr/>
                          <p:nvPr/>
                        </p:nvPicPr>
                        <p:blipFill>
                          <a:blip r:embed="rId17"/>
                          <a:stretch>
                            <a:fillRect/>
                          </a:stretch>
                        </p:blipFill>
                        <p:spPr>
                          <a:xfrm>
                            <a:off x="-2456641" y="12737835"/>
                            <a:ext cx="1828800" cy="1117600"/>
                          </a:xfrm>
                          <a:prstGeom prst="rect">
                            <a:avLst/>
                          </a:prstGeom>
                        </p:spPr>
                      </p:pic>
                    </p:oleObj>
                  </mc:Fallback>
                </mc:AlternateContent>
              </a:graphicData>
            </a:graphic>
          </p:graphicFrame>
          <p:sp>
            <p:nvSpPr>
              <p:cNvPr id="62" name="TextBox 61"/>
              <p:cNvSpPr txBox="1"/>
              <p:nvPr userDrawn="1"/>
            </p:nvSpPr>
            <p:spPr>
              <a:xfrm rot="16200000">
                <a:off x="-5235785" y="13221994"/>
                <a:ext cx="1117601" cy="141886"/>
              </a:xfrm>
              <a:prstGeom prst="rect">
                <a:avLst/>
              </a:prstGeom>
              <a:noFill/>
            </p:spPr>
            <p:txBody>
              <a:bodyPr wrap="square" lIns="91440" tIns="91440" rIns="91440" bIns="0" rtlCol="0">
                <a:spAutoFit/>
              </a:bodyPr>
              <a:lstStyle/>
              <a:p>
                <a:pPr algn="ctr"/>
                <a:r>
                  <a:rPr lang="en-US" sz="780" dirty="0">
                    <a:solidFill>
                      <a:srgbClr val="92D050"/>
                    </a:solidFill>
                  </a:rPr>
                  <a:t>Good</a:t>
                </a:r>
                <a:r>
                  <a:rPr lang="en-US" sz="780" baseline="0" dirty="0">
                    <a:solidFill>
                      <a:srgbClr val="92D050"/>
                    </a:solidFill>
                  </a:rPr>
                  <a:t> </a:t>
                </a:r>
                <a:r>
                  <a:rPr lang="en-US" sz="780" baseline="0" dirty="0">
                    <a:solidFill>
                      <a:schemeClr val="bg1"/>
                    </a:solidFill>
                  </a:rPr>
                  <a:t>printing quality</a:t>
                </a:r>
                <a:endParaRPr lang="en-US" sz="780" dirty="0">
                  <a:solidFill>
                    <a:schemeClr val="bg1"/>
                  </a:solidFill>
                </a:endParaRPr>
              </a:p>
            </p:txBody>
          </p:sp>
          <p:sp>
            <p:nvSpPr>
              <p:cNvPr id="63" name="TextBox 62"/>
              <p:cNvSpPr txBox="1"/>
              <p:nvPr userDrawn="1"/>
            </p:nvSpPr>
            <p:spPr>
              <a:xfrm rot="16200000">
                <a:off x="-1095250" y="13231521"/>
                <a:ext cx="1117601" cy="141886"/>
              </a:xfrm>
              <a:prstGeom prst="rect">
                <a:avLst/>
              </a:prstGeom>
              <a:noFill/>
            </p:spPr>
            <p:txBody>
              <a:bodyPr wrap="square" lIns="91440" tIns="91440" rIns="91440" bIns="0" rtlCol="0">
                <a:spAutoFit/>
              </a:bodyPr>
              <a:lstStyle/>
              <a:p>
                <a:pPr algn="ctr"/>
                <a:r>
                  <a:rPr lang="en-US" sz="780" dirty="0">
                    <a:solidFill>
                      <a:srgbClr val="FF0000"/>
                    </a:solidFill>
                  </a:rPr>
                  <a:t>Bad </a:t>
                </a:r>
                <a:r>
                  <a:rPr lang="en-US" sz="780" dirty="0">
                    <a:solidFill>
                      <a:schemeClr val="bg1"/>
                    </a:solidFill>
                  </a:rPr>
                  <a:t>printing quality</a:t>
                </a:r>
              </a:p>
            </p:txBody>
          </p:sp>
        </p:grpSp>
      </p:grpSp>
      <p:sp>
        <p:nvSpPr>
          <p:cNvPr id="38" name="Text Box 14"/>
          <p:cNvSpPr txBox="1">
            <a:spLocks noChangeArrowheads="1"/>
          </p:cNvSpPr>
          <p:nvPr userDrawn="1"/>
        </p:nvSpPr>
        <p:spPr bwMode="auto">
          <a:xfrm>
            <a:off x="1081094" y="20992133"/>
            <a:ext cx="1734518" cy="166396"/>
          </a:xfrm>
          <a:prstGeom prst="rect">
            <a:avLst/>
          </a:prstGeom>
          <a:noFill/>
          <a:ln w="9525">
            <a:noFill/>
            <a:miter lim="800000"/>
            <a:headEnd/>
            <a:tailEnd/>
          </a:ln>
          <a:effectLst/>
        </p:spPr>
        <p:txBody>
          <a:bodyPr lIns="44463" tIns="22227" rIns="44463" bIns="22227">
            <a:spAutoFit/>
          </a:bodyPr>
          <a:lstStyle/>
          <a:p>
            <a:pPr eaLnBrk="0" hangingPunct="0">
              <a:lnSpc>
                <a:spcPct val="65000"/>
              </a:lnSpc>
              <a:spcBef>
                <a:spcPct val="50000"/>
              </a:spcBef>
              <a:defRPr/>
            </a:pPr>
            <a:r>
              <a:rPr lang="en-US" sz="244" b="1" dirty="0">
                <a:solidFill>
                  <a:schemeClr val="bg1">
                    <a:lumMod val="75000"/>
                  </a:schemeClr>
                </a:solidFill>
                <a:latin typeface="Arial" charset="0"/>
              </a:rPr>
              <a:t>RESEARCH POSTER PRESENTATION DESIGN © 2015</a:t>
            </a:r>
          </a:p>
          <a:p>
            <a:pPr eaLnBrk="0" hangingPunct="0">
              <a:lnSpc>
                <a:spcPct val="65000"/>
              </a:lnSpc>
              <a:spcBef>
                <a:spcPct val="50000"/>
              </a:spcBef>
              <a:defRPr/>
            </a:pPr>
            <a:r>
              <a:rPr lang="en-US" sz="536" b="1" dirty="0">
                <a:solidFill>
                  <a:schemeClr val="bg1">
                    <a:lumMod val="75000"/>
                  </a:schemeClr>
                </a:solidFill>
                <a:latin typeface="Arial" charset="0"/>
              </a:rPr>
              <a:t>www.PosterPresentations.com</a:t>
            </a:r>
          </a:p>
        </p:txBody>
      </p:sp>
    </p:spTree>
  </p:cSld>
  <p:clrMap bg1="lt1" tx1="dk1" bg2="lt2" tx2="dk2" accent1="accent1" accent2="accent2" accent3="accent3" accent4="accent4" accent5="accent5" accent6="accent6" hlink="hlink" folHlink="folHlink"/>
  <p:sldLayoutIdLst>
    <p:sldLayoutId id="2147483654" r:id="rId1"/>
  </p:sldLayoutIdLst>
  <p:txStyles>
    <p:titleStyle>
      <a:lvl1pPr algn="ctr" defTabSz="2138272" rtl="0" eaLnBrk="1" latinLnBrk="0" hangingPunct="1">
        <a:spcBef>
          <a:spcPct val="0"/>
        </a:spcBef>
        <a:buNone/>
        <a:defRPr sz="4287" kern="1200">
          <a:solidFill>
            <a:schemeClr val="bg1"/>
          </a:solidFill>
          <a:latin typeface="Trebuchet MS" pitchFamily="34" charset="0"/>
          <a:ea typeface="+mj-ea"/>
          <a:cs typeface="+mj-cs"/>
        </a:defRPr>
      </a:lvl1pPr>
    </p:titleStyle>
    <p:bodyStyle>
      <a:lvl1pPr marL="801852" indent="-801852" algn="l" defTabSz="2138272" rtl="0" eaLnBrk="1" latinLnBrk="0" hangingPunct="1">
        <a:spcBef>
          <a:spcPct val="20000"/>
        </a:spcBef>
        <a:buFont typeface="Arial" pitchFamily="34" charset="0"/>
        <a:buChar char="•"/>
        <a:defRPr sz="7503" kern="1200">
          <a:solidFill>
            <a:schemeClr val="tx1"/>
          </a:solidFill>
          <a:latin typeface="+mn-lt"/>
          <a:ea typeface="+mn-ea"/>
          <a:cs typeface="+mn-cs"/>
        </a:defRPr>
      </a:lvl1pPr>
      <a:lvl2pPr marL="1737346" indent="-668210" algn="l" defTabSz="2138272" rtl="0" eaLnBrk="1" latinLnBrk="0" hangingPunct="1">
        <a:spcBef>
          <a:spcPct val="20000"/>
        </a:spcBef>
        <a:buFont typeface="Arial" pitchFamily="34" charset="0"/>
        <a:buChar char="–"/>
        <a:defRPr sz="6577" kern="1200">
          <a:solidFill>
            <a:schemeClr val="tx1"/>
          </a:solidFill>
          <a:latin typeface="+mn-lt"/>
          <a:ea typeface="+mn-ea"/>
          <a:cs typeface="+mn-cs"/>
        </a:defRPr>
      </a:lvl2pPr>
      <a:lvl3pPr marL="2672841" indent="-534569" algn="l" defTabSz="2138272" rtl="0" eaLnBrk="1" latinLnBrk="0" hangingPunct="1">
        <a:spcBef>
          <a:spcPct val="20000"/>
        </a:spcBef>
        <a:buFont typeface="Arial" pitchFamily="34" charset="0"/>
        <a:buChar char="•"/>
        <a:defRPr sz="5652" kern="1200">
          <a:solidFill>
            <a:schemeClr val="tx1"/>
          </a:solidFill>
          <a:latin typeface="+mn-lt"/>
          <a:ea typeface="+mn-ea"/>
          <a:cs typeface="+mn-cs"/>
        </a:defRPr>
      </a:lvl3pPr>
      <a:lvl4pPr marL="3741977" indent="-534569" algn="l" defTabSz="2138272" rtl="0" eaLnBrk="1" latinLnBrk="0" hangingPunct="1">
        <a:spcBef>
          <a:spcPct val="20000"/>
        </a:spcBef>
        <a:buFont typeface="Arial" pitchFamily="34" charset="0"/>
        <a:buChar char="–"/>
        <a:defRPr sz="4677" kern="1200">
          <a:solidFill>
            <a:schemeClr val="tx1"/>
          </a:solidFill>
          <a:latin typeface="+mn-lt"/>
          <a:ea typeface="+mn-ea"/>
          <a:cs typeface="+mn-cs"/>
        </a:defRPr>
      </a:lvl4pPr>
      <a:lvl5pPr marL="4811113" indent="-534569" algn="l" defTabSz="2138272" rtl="0" eaLnBrk="1" latinLnBrk="0" hangingPunct="1">
        <a:spcBef>
          <a:spcPct val="20000"/>
        </a:spcBef>
        <a:buFont typeface="Arial" pitchFamily="34" charset="0"/>
        <a:buChar char="»"/>
        <a:defRPr sz="4677" kern="1200">
          <a:solidFill>
            <a:schemeClr val="tx1"/>
          </a:solidFill>
          <a:latin typeface="+mn-lt"/>
          <a:ea typeface="+mn-ea"/>
          <a:cs typeface="+mn-cs"/>
        </a:defRPr>
      </a:lvl5pPr>
      <a:lvl6pPr marL="5880249" indent="-534569" algn="l" defTabSz="2138272" rtl="0" eaLnBrk="1" latinLnBrk="0" hangingPunct="1">
        <a:spcBef>
          <a:spcPct val="20000"/>
        </a:spcBef>
        <a:buFont typeface="Arial" pitchFamily="34" charset="0"/>
        <a:buChar char="•"/>
        <a:defRPr sz="4677" kern="1200">
          <a:solidFill>
            <a:schemeClr val="tx1"/>
          </a:solidFill>
          <a:latin typeface="+mn-lt"/>
          <a:ea typeface="+mn-ea"/>
          <a:cs typeface="+mn-cs"/>
        </a:defRPr>
      </a:lvl6pPr>
      <a:lvl7pPr marL="6949385" indent="-534569" algn="l" defTabSz="2138272" rtl="0" eaLnBrk="1" latinLnBrk="0" hangingPunct="1">
        <a:spcBef>
          <a:spcPct val="20000"/>
        </a:spcBef>
        <a:buFont typeface="Arial" pitchFamily="34" charset="0"/>
        <a:buChar char="•"/>
        <a:defRPr sz="4677" kern="1200">
          <a:solidFill>
            <a:schemeClr val="tx1"/>
          </a:solidFill>
          <a:latin typeface="+mn-lt"/>
          <a:ea typeface="+mn-ea"/>
          <a:cs typeface="+mn-cs"/>
        </a:defRPr>
      </a:lvl7pPr>
      <a:lvl8pPr marL="8018521" indent="-534569" algn="l" defTabSz="2138272" rtl="0" eaLnBrk="1" latinLnBrk="0" hangingPunct="1">
        <a:spcBef>
          <a:spcPct val="20000"/>
        </a:spcBef>
        <a:buFont typeface="Arial" pitchFamily="34" charset="0"/>
        <a:buChar char="•"/>
        <a:defRPr sz="4677" kern="1200">
          <a:solidFill>
            <a:schemeClr val="tx1"/>
          </a:solidFill>
          <a:latin typeface="+mn-lt"/>
          <a:ea typeface="+mn-ea"/>
          <a:cs typeface="+mn-cs"/>
        </a:defRPr>
      </a:lvl8pPr>
      <a:lvl9pPr marL="9087657" indent="-534569" algn="l" defTabSz="2138272" rtl="0" eaLnBrk="1" latinLnBrk="0" hangingPunct="1">
        <a:spcBef>
          <a:spcPct val="20000"/>
        </a:spcBef>
        <a:buFont typeface="Arial" pitchFamily="34" charset="0"/>
        <a:buChar char="•"/>
        <a:defRPr sz="4677" kern="1200">
          <a:solidFill>
            <a:schemeClr val="tx1"/>
          </a:solidFill>
          <a:latin typeface="+mn-lt"/>
          <a:ea typeface="+mn-ea"/>
          <a:cs typeface="+mn-cs"/>
        </a:defRPr>
      </a:lvl9pPr>
    </p:bodyStyle>
    <p:otherStyle>
      <a:defPPr>
        <a:defRPr lang="en-US"/>
      </a:defPPr>
      <a:lvl1pPr marL="0" algn="l" defTabSz="2138272" rtl="0" eaLnBrk="1" latinLnBrk="0" hangingPunct="1">
        <a:defRPr sz="4190" kern="1200">
          <a:solidFill>
            <a:schemeClr val="tx1"/>
          </a:solidFill>
          <a:latin typeface="+mn-lt"/>
          <a:ea typeface="+mn-ea"/>
          <a:cs typeface="+mn-cs"/>
        </a:defRPr>
      </a:lvl1pPr>
      <a:lvl2pPr marL="1069137" algn="l" defTabSz="2138272" rtl="0" eaLnBrk="1" latinLnBrk="0" hangingPunct="1">
        <a:defRPr sz="4190" kern="1200">
          <a:solidFill>
            <a:schemeClr val="tx1"/>
          </a:solidFill>
          <a:latin typeface="+mn-lt"/>
          <a:ea typeface="+mn-ea"/>
          <a:cs typeface="+mn-cs"/>
        </a:defRPr>
      </a:lvl2pPr>
      <a:lvl3pPr marL="2138272" algn="l" defTabSz="2138272" rtl="0" eaLnBrk="1" latinLnBrk="0" hangingPunct="1">
        <a:defRPr sz="4190" kern="1200">
          <a:solidFill>
            <a:schemeClr val="tx1"/>
          </a:solidFill>
          <a:latin typeface="+mn-lt"/>
          <a:ea typeface="+mn-ea"/>
          <a:cs typeface="+mn-cs"/>
        </a:defRPr>
      </a:lvl3pPr>
      <a:lvl4pPr marL="3207409" algn="l" defTabSz="2138272" rtl="0" eaLnBrk="1" latinLnBrk="0" hangingPunct="1">
        <a:defRPr sz="4190" kern="1200">
          <a:solidFill>
            <a:schemeClr val="tx1"/>
          </a:solidFill>
          <a:latin typeface="+mn-lt"/>
          <a:ea typeface="+mn-ea"/>
          <a:cs typeface="+mn-cs"/>
        </a:defRPr>
      </a:lvl4pPr>
      <a:lvl5pPr marL="4276545" algn="l" defTabSz="2138272" rtl="0" eaLnBrk="1" latinLnBrk="0" hangingPunct="1">
        <a:defRPr sz="4190" kern="1200">
          <a:solidFill>
            <a:schemeClr val="tx1"/>
          </a:solidFill>
          <a:latin typeface="+mn-lt"/>
          <a:ea typeface="+mn-ea"/>
          <a:cs typeface="+mn-cs"/>
        </a:defRPr>
      </a:lvl5pPr>
      <a:lvl6pPr marL="5345681" algn="l" defTabSz="2138272" rtl="0" eaLnBrk="1" latinLnBrk="0" hangingPunct="1">
        <a:defRPr sz="4190" kern="1200">
          <a:solidFill>
            <a:schemeClr val="tx1"/>
          </a:solidFill>
          <a:latin typeface="+mn-lt"/>
          <a:ea typeface="+mn-ea"/>
          <a:cs typeface="+mn-cs"/>
        </a:defRPr>
      </a:lvl6pPr>
      <a:lvl7pPr marL="6414818" algn="l" defTabSz="2138272" rtl="0" eaLnBrk="1" latinLnBrk="0" hangingPunct="1">
        <a:defRPr sz="4190" kern="1200">
          <a:solidFill>
            <a:schemeClr val="tx1"/>
          </a:solidFill>
          <a:latin typeface="+mn-lt"/>
          <a:ea typeface="+mn-ea"/>
          <a:cs typeface="+mn-cs"/>
        </a:defRPr>
      </a:lvl7pPr>
      <a:lvl8pPr marL="7483953" algn="l" defTabSz="2138272" rtl="0" eaLnBrk="1" latinLnBrk="0" hangingPunct="1">
        <a:defRPr sz="4190" kern="1200">
          <a:solidFill>
            <a:schemeClr val="tx1"/>
          </a:solidFill>
          <a:latin typeface="+mn-lt"/>
          <a:ea typeface="+mn-ea"/>
          <a:cs typeface="+mn-cs"/>
        </a:defRPr>
      </a:lvl8pPr>
      <a:lvl9pPr marL="8553090" algn="l" defTabSz="2138272" rtl="0" eaLnBrk="1" latinLnBrk="0" hangingPunct="1">
        <a:defRPr sz="419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15367" y="178403"/>
            <a:ext cx="5676602" cy="742487"/>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15367" y="1039484"/>
            <a:ext cx="5676602" cy="294004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15367" y="4129054"/>
            <a:ext cx="1471712" cy="237183"/>
          </a:xfrm>
          <a:prstGeom prst="rect">
            <a:avLst/>
          </a:prstGeom>
        </p:spPr>
        <p:txBody>
          <a:bodyPr vert="horz" lIns="91440" tIns="45720" rIns="91440" bIns="45720" rtlCol="0" anchor="ctr"/>
          <a:lstStyle>
            <a:lvl1pPr algn="l">
              <a:defRPr sz="780">
                <a:solidFill>
                  <a:schemeClr val="tx1">
                    <a:tint val="75000"/>
                  </a:schemeClr>
                </a:solidFill>
              </a:defRPr>
            </a:lvl1pPr>
          </a:lstStyle>
          <a:p>
            <a:fld id="{1D8BD707-D9CF-40AE-B4C6-C98DA3205C09}" type="datetimeFigureOut">
              <a:rPr lang="en-US" smtClean="0"/>
              <a:pPr/>
              <a:t>11/22/2025</a:t>
            </a:fld>
            <a:endParaRPr lang="en-US"/>
          </a:p>
        </p:txBody>
      </p:sp>
      <p:sp>
        <p:nvSpPr>
          <p:cNvPr id="5" name="Footer Placeholder 4"/>
          <p:cNvSpPr>
            <a:spLocks noGrp="1"/>
          </p:cNvSpPr>
          <p:nvPr>
            <p:ph type="ftr" sz="quarter" idx="3"/>
          </p:nvPr>
        </p:nvSpPr>
        <p:spPr>
          <a:xfrm>
            <a:off x="2155007" y="4129054"/>
            <a:ext cx="1997323" cy="237183"/>
          </a:xfrm>
          <a:prstGeom prst="rect">
            <a:avLst/>
          </a:prstGeom>
        </p:spPr>
        <p:txBody>
          <a:bodyPr vert="horz" lIns="91440" tIns="45720" rIns="91440" bIns="45720" rtlCol="0" anchor="ctr"/>
          <a:lstStyle>
            <a:lvl1pPr algn="ctr">
              <a:defRPr sz="78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520257" y="4129054"/>
            <a:ext cx="1471712" cy="237183"/>
          </a:xfrm>
          <a:prstGeom prst="rect">
            <a:avLst/>
          </a:prstGeom>
        </p:spPr>
        <p:txBody>
          <a:bodyPr vert="horz" lIns="91440" tIns="45720" rIns="91440" bIns="45720" rtlCol="0" anchor="ctr"/>
          <a:lstStyle>
            <a:lvl1pPr algn="r">
              <a:defRPr sz="78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610677882"/>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ctr" defTabSz="593990" rtl="0" eaLnBrk="1" latinLnBrk="0" hangingPunct="1">
        <a:spcBef>
          <a:spcPct val="0"/>
        </a:spcBef>
        <a:buNone/>
        <a:defRPr sz="2858" kern="1200">
          <a:solidFill>
            <a:schemeClr val="tx1"/>
          </a:solidFill>
          <a:latin typeface="+mj-lt"/>
          <a:ea typeface="+mj-ea"/>
          <a:cs typeface="+mj-cs"/>
        </a:defRPr>
      </a:lvl1pPr>
    </p:titleStyle>
    <p:bodyStyle>
      <a:lvl1pPr marL="222747" indent="-222747" algn="l" defTabSz="593990" rtl="0" eaLnBrk="1" latinLnBrk="0" hangingPunct="1">
        <a:spcBef>
          <a:spcPct val="20000"/>
        </a:spcBef>
        <a:buFont typeface="Arial" pitchFamily="34" charset="0"/>
        <a:buChar char="•"/>
        <a:defRPr sz="2079" kern="1200">
          <a:solidFill>
            <a:schemeClr val="tx1"/>
          </a:solidFill>
          <a:latin typeface="+mn-lt"/>
          <a:ea typeface="+mn-ea"/>
          <a:cs typeface="+mn-cs"/>
        </a:defRPr>
      </a:lvl1pPr>
      <a:lvl2pPr marL="482617" indent="-185622" algn="l" defTabSz="593990" rtl="0" eaLnBrk="1" latinLnBrk="0" hangingPunct="1">
        <a:spcBef>
          <a:spcPct val="20000"/>
        </a:spcBef>
        <a:buFont typeface="Arial" pitchFamily="34" charset="0"/>
        <a:buChar char="–"/>
        <a:defRPr sz="1819" kern="1200">
          <a:solidFill>
            <a:schemeClr val="tx1"/>
          </a:solidFill>
          <a:latin typeface="+mn-lt"/>
          <a:ea typeface="+mn-ea"/>
          <a:cs typeface="+mn-cs"/>
        </a:defRPr>
      </a:lvl2pPr>
      <a:lvl3pPr marL="742489" indent="-148498" algn="l" defTabSz="593990" rtl="0" eaLnBrk="1" latinLnBrk="0" hangingPunct="1">
        <a:spcBef>
          <a:spcPct val="20000"/>
        </a:spcBef>
        <a:buFont typeface="Arial" pitchFamily="34" charset="0"/>
        <a:buChar char="•"/>
        <a:defRPr sz="1559" kern="1200">
          <a:solidFill>
            <a:schemeClr val="tx1"/>
          </a:solidFill>
          <a:latin typeface="+mn-lt"/>
          <a:ea typeface="+mn-ea"/>
          <a:cs typeface="+mn-cs"/>
        </a:defRPr>
      </a:lvl3pPr>
      <a:lvl4pPr marL="1039484" indent="-148498" algn="l" defTabSz="593990" rtl="0" eaLnBrk="1" latinLnBrk="0" hangingPunct="1">
        <a:spcBef>
          <a:spcPct val="20000"/>
        </a:spcBef>
        <a:buFont typeface="Arial" pitchFamily="34" charset="0"/>
        <a:buChar char="–"/>
        <a:defRPr sz="1299" kern="1200">
          <a:solidFill>
            <a:schemeClr val="tx1"/>
          </a:solidFill>
          <a:latin typeface="+mn-lt"/>
          <a:ea typeface="+mn-ea"/>
          <a:cs typeface="+mn-cs"/>
        </a:defRPr>
      </a:lvl4pPr>
      <a:lvl5pPr marL="1336479" indent="-148498" algn="l" defTabSz="593990" rtl="0" eaLnBrk="1" latinLnBrk="0" hangingPunct="1">
        <a:spcBef>
          <a:spcPct val="20000"/>
        </a:spcBef>
        <a:buFont typeface="Arial" pitchFamily="34" charset="0"/>
        <a:buChar char="»"/>
        <a:defRPr sz="1299" kern="1200">
          <a:solidFill>
            <a:schemeClr val="tx1"/>
          </a:solidFill>
          <a:latin typeface="+mn-lt"/>
          <a:ea typeface="+mn-ea"/>
          <a:cs typeface="+mn-cs"/>
        </a:defRPr>
      </a:lvl5pPr>
      <a:lvl6pPr marL="1633474" indent="-148498" algn="l" defTabSz="593990" rtl="0" eaLnBrk="1" latinLnBrk="0" hangingPunct="1">
        <a:spcBef>
          <a:spcPct val="20000"/>
        </a:spcBef>
        <a:buFont typeface="Arial" pitchFamily="34" charset="0"/>
        <a:buChar char="•"/>
        <a:defRPr sz="1299" kern="1200">
          <a:solidFill>
            <a:schemeClr val="tx1"/>
          </a:solidFill>
          <a:latin typeface="+mn-lt"/>
          <a:ea typeface="+mn-ea"/>
          <a:cs typeface="+mn-cs"/>
        </a:defRPr>
      </a:lvl6pPr>
      <a:lvl7pPr marL="1930470" indent="-148498" algn="l" defTabSz="593990" rtl="0" eaLnBrk="1" latinLnBrk="0" hangingPunct="1">
        <a:spcBef>
          <a:spcPct val="20000"/>
        </a:spcBef>
        <a:buFont typeface="Arial" pitchFamily="34" charset="0"/>
        <a:buChar char="•"/>
        <a:defRPr sz="1299" kern="1200">
          <a:solidFill>
            <a:schemeClr val="tx1"/>
          </a:solidFill>
          <a:latin typeface="+mn-lt"/>
          <a:ea typeface="+mn-ea"/>
          <a:cs typeface="+mn-cs"/>
        </a:defRPr>
      </a:lvl7pPr>
      <a:lvl8pPr marL="2227465" indent="-148498" algn="l" defTabSz="593990" rtl="0" eaLnBrk="1" latinLnBrk="0" hangingPunct="1">
        <a:spcBef>
          <a:spcPct val="20000"/>
        </a:spcBef>
        <a:buFont typeface="Arial" pitchFamily="34" charset="0"/>
        <a:buChar char="•"/>
        <a:defRPr sz="1299" kern="1200">
          <a:solidFill>
            <a:schemeClr val="tx1"/>
          </a:solidFill>
          <a:latin typeface="+mn-lt"/>
          <a:ea typeface="+mn-ea"/>
          <a:cs typeface="+mn-cs"/>
        </a:defRPr>
      </a:lvl8pPr>
      <a:lvl9pPr marL="2524461" indent="-148498" algn="l" defTabSz="593990" rtl="0" eaLnBrk="1" latinLnBrk="0" hangingPunct="1">
        <a:spcBef>
          <a:spcPct val="20000"/>
        </a:spcBef>
        <a:buFont typeface="Arial" pitchFamily="34" charset="0"/>
        <a:buChar char="•"/>
        <a:defRPr sz="1299" kern="1200">
          <a:solidFill>
            <a:schemeClr val="tx1"/>
          </a:solidFill>
          <a:latin typeface="+mn-lt"/>
          <a:ea typeface="+mn-ea"/>
          <a:cs typeface="+mn-cs"/>
        </a:defRPr>
      </a:lvl9pPr>
    </p:bodyStyle>
    <p:otherStyle>
      <a:defPPr>
        <a:defRPr lang="en-US"/>
      </a:defPPr>
      <a:lvl1pPr marL="0" algn="l" defTabSz="593990" rtl="0" eaLnBrk="1" latinLnBrk="0" hangingPunct="1">
        <a:defRPr sz="1169" kern="1200">
          <a:solidFill>
            <a:schemeClr val="tx1"/>
          </a:solidFill>
          <a:latin typeface="+mn-lt"/>
          <a:ea typeface="+mn-ea"/>
          <a:cs typeface="+mn-cs"/>
        </a:defRPr>
      </a:lvl1pPr>
      <a:lvl2pPr marL="296995" algn="l" defTabSz="593990" rtl="0" eaLnBrk="1" latinLnBrk="0" hangingPunct="1">
        <a:defRPr sz="1169" kern="1200">
          <a:solidFill>
            <a:schemeClr val="tx1"/>
          </a:solidFill>
          <a:latin typeface="+mn-lt"/>
          <a:ea typeface="+mn-ea"/>
          <a:cs typeface="+mn-cs"/>
        </a:defRPr>
      </a:lvl2pPr>
      <a:lvl3pPr marL="593990" algn="l" defTabSz="593990" rtl="0" eaLnBrk="1" latinLnBrk="0" hangingPunct="1">
        <a:defRPr sz="1169" kern="1200">
          <a:solidFill>
            <a:schemeClr val="tx1"/>
          </a:solidFill>
          <a:latin typeface="+mn-lt"/>
          <a:ea typeface="+mn-ea"/>
          <a:cs typeface="+mn-cs"/>
        </a:defRPr>
      </a:lvl3pPr>
      <a:lvl4pPr marL="890986" algn="l" defTabSz="593990" rtl="0" eaLnBrk="1" latinLnBrk="0" hangingPunct="1">
        <a:defRPr sz="1169" kern="1200">
          <a:solidFill>
            <a:schemeClr val="tx1"/>
          </a:solidFill>
          <a:latin typeface="+mn-lt"/>
          <a:ea typeface="+mn-ea"/>
          <a:cs typeface="+mn-cs"/>
        </a:defRPr>
      </a:lvl4pPr>
      <a:lvl5pPr marL="1187981" algn="l" defTabSz="593990" rtl="0" eaLnBrk="1" latinLnBrk="0" hangingPunct="1">
        <a:defRPr sz="1169" kern="1200">
          <a:solidFill>
            <a:schemeClr val="tx1"/>
          </a:solidFill>
          <a:latin typeface="+mn-lt"/>
          <a:ea typeface="+mn-ea"/>
          <a:cs typeface="+mn-cs"/>
        </a:defRPr>
      </a:lvl5pPr>
      <a:lvl6pPr marL="1484977" algn="l" defTabSz="593990" rtl="0" eaLnBrk="1" latinLnBrk="0" hangingPunct="1">
        <a:defRPr sz="1169" kern="1200">
          <a:solidFill>
            <a:schemeClr val="tx1"/>
          </a:solidFill>
          <a:latin typeface="+mn-lt"/>
          <a:ea typeface="+mn-ea"/>
          <a:cs typeface="+mn-cs"/>
        </a:defRPr>
      </a:lvl6pPr>
      <a:lvl7pPr marL="1781973" algn="l" defTabSz="593990" rtl="0" eaLnBrk="1" latinLnBrk="0" hangingPunct="1">
        <a:defRPr sz="1169" kern="1200">
          <a:solidFill>
            <a:schemeClr val="tx1"/>
          </a:solidFill>
          <a:latin typeface="+mn-lt"/>
          <a:ea typeface="+mn-ea"/>
          <a:cs typeface="+mn-cs"/>
        </a:defRPr>
      </a:lvl7pPr>
      <a:lvl8pPr marL="2078968" algn="l" defTabSz="593990" rtl="0" eaLnBrk="1" latinLnBrk="0" hangingPunct="1">
        <a:defRPr sz="1169" kern="1200">
          <a:solidFill>
            <a:schemeClr val="tx1"/>
          </a:solidFill>
          <a:latin typeface="+mn-lt"/>
          <a:ea typeface="+mn-ea"/>
          <a:cs typeface="+mn-cs"/>
        </a:defRPr>
      </a:lvl8pPr>
      <a:lvl9pPr marL="2375963" algn="l" defTabSz="593990" rtl="0" eaLnBrk="1" latinLnBrk="0" hangingPunct="1">
        <a:defRPr sz="116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diagramColors" Target="../diagrams/colors1.xml"/><Relationship Id="rId13" Type="http://schemas.openxmlformats.org/officeDocument/2006/relationships/image" Target="../media/image15.png"/><Relationship Id="rId18" Type="http://schemas.openxmlformats.org/officeDocument/2006/relationships/image" Target="../media/image20.png"/><Relationship Id="rId3" Type="http://schemas.openxmlformats.org/officeDocument/2006/relationships/image" Target="../media/image11.png"/><Relationship Id="rId21" Type="http://schemas.openxmlformats.org/officeDocument/2006/relationships/image" Target="../media/image23.png"/><Relationship Id="rId7" Type="http://schemas.openxmlformats.org/officeDocument/2006/relationships/diagramQuickStyle" Target="../diagrams/quickStyle1.xml"/><Relationship Id="rId12" Type="http://schemas.openxmlformats.org/officeDocument/2006/relationships/image" Target="../media/image14.png"/><Relationship Id="rId17" Type="http://schemas.openxmlformats.org/officeDocument/2006/relationships/image" Target="../media/image19.png"/><Relationship Id="rId2" Type="http://schemas.openxmlformats.org/officeDocument/2006/relationships/notesSlide" Target="../notesSlides/notesSlide1.xml"/><Relationship Id="rId16" Type="http://schemas.openxmlformats.org/officeDocument/2006/relationships/image" Target="../media/image18.jpg"/><Relationship Id="rId20" Type="http://schemas.openxmlformats.org/officeDocument/2006/relationships/image" Target="../media/image22.png"/><Relationship Id="rId1" Type="http://schemas.openxmlformats.org/officeDocument/2006/relationships/slideLayout" Target="../slideLayouts/slideLayout10.xml"/><Relationship Id="rId6" Type="http://schemas.openxmlformats.org/officeDocument/2006/relationships/diagramLayout" Target="../diagrams/layout1.xml"/><Relationship Id="rId11" Type="http://schemas.openxmlformats.org/officeDocument/2006/relationships/image" Target="../media/image13.png"/><Relationship Id="rId5" Type="http://schemas.openxmlformats.org/officeDocument/2006/relationships/diagramData" Target="../diagrams/data1.xml"/><Relationship Id="rId15" Type="http://schemas.openxmlformats.org/officeDocument/2006/relationships/image" Target="../media/image17.png"/><Relationship Id="rId10" Type="http://schemas.openxmlformats.org/officeDocument/2006/relationships/image" Target="../media/image12.png"/><Relationship Id="rId19" Type="http://schemas.openxmlformats.org/officeDocument/2006/relationships/image" Target="../media/image21.png"/><Relationship Id="rId4" Type="http://schemas.microsoft.com/office/2007/relationships/hdphoto" Target="../media/hdphoto1.wdp"/><Relationship Id="rId9" Type="http://schemas.microsoft.com/office/2007/relationships/diagramDrawing" Target="../diagrams/drawing1.xml"/><Relationship Id="rId14" Type="http://schemas.openxmlformats.org/officeDocument/2006/relationships/image" Target="../media/image16.png"/><Relationship Id="rId22" Type="http://schemas.openxmlformats.org/officeDocument/2006/relationships/hyperlink" Target="https://www.ist.fraunhofer.d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8047" y="24062"/>
            <a:ext cx="7555471" cy="21383625"/>
          </a:xfrm>
          <a:prstGeom prst="rect">
            <a:avLst/>
          </a:prstGeom>
          <a:solidFill>
            <a:schemeClr val="accent2">
              <a:lumMod val="50000"/>
            </a:schemeClr>
          </a:solidFill>
        </p:spPr>
        <p:txBody>
          <a:bodyPr/>
          <a:lstStyle/>
          <a:p>
            <a:pPr defTabSz="593844"/>
            <a:endParaRPr lang="en-IE" sz="787" dirty="0">
              <a:solidFill>
                <a:prstClr val="black"/>
              </a:solidFill>
              <a:latin typeface="Calibri"/>
            </a:endParaRPr>
          </a:p>
        </p:txBody>
      </p:sp>
      <p:sp>
        <p:nvSpPr>
          <p:cNvPr id="3" name="AutoShape 3"/>
          <p:cNvSpPr/>
          <p:nvPr/>
        </p:nvSpPr>
        <p:spPr>
          <a:xfrm>
            <a:off x="7555591" y="-1"/>
            <a:ext cx="7367456" cy="21383625"/>
          </a:xfrm>
          <a:prstGeom prst="rect">
            <a:avLst/>
          </a:prstGeom>
          <a:solidFill>
            <a:srgbClr val="F7ECE5">
              <a:alpha val="71765"/>
            </a:srgbClr>
          </a:solidFill>
          <a:ln>
            <a:solidFill>
              <a:srgbClr val="000000">
                <a:alpha val="87059"/>
              </a:srgbClr>
            </a:solidFill>
          </a:ln>
        </p:spPr>
        <p:txBody>
          <a:bodyPr/>
          <a:lstStyle/>
          <a:p>
            <a:pPr defTabSz="593844"/>
            <a:endParaRPr lang="en-IE" sz="787" dirty="0">
              <a:solidFill>
                <a:srgbClr val="04C7B5"/>
              </a:solidFill>
              <a:latin typeface="Calibri"/>
            </a:endParaRPr>
          </a:p>
        </p:txBody>
      </p:sp>
      <p:sp>
        <p:nvSpPr>
          <p:cNvPr id="26" name="TextBox 26"/>
          <p:cNvSpPr txBox="1"/>
          <p:nvPr/>
        </p:nvSpPr>
        <p:spPr>
          <a:xfrm>
            <a:off x="9231480" y="699202"/>
            <a:ext cx="5342838" cy="559705"/>
          </a:xfrm>
          <a:prstGeom prst="rect">
            <a:avLst/>
          </a:prstGeom>
        </p:spPr>
        <p:txBody>
          <a:bodyPr lIns="0" tIns="0" rIns="0" bIns="0" rtlCol="0" anchor="t">
            <a:spAutoFit/>
          </a:bodyPr>
          <a:lstStyle/>
          <a:p>
            <a:pPr defTabSz="593844">
              <a:lnSpc>
                <a:spcPts val="4222"/>
              </a:lnSpc>
              <a:spcBef>
                <a:spcPct val="0"/>
              </a:spcBef>
            </a:pPr>
            <a:r>
              <a:rPr lang="en-US" sz="4600" b="1" spc="100" dirty="0">
                <a:solidFill>
                  <a:srgbClr val="4B1A18"/>
                </a:solidFill>
                <a:latin typeface="Space Mono" panose="020B0604020202020204" charset="0"/>
              </a:rPr>
              <a:t>INTRODUCTION</a:t>
            </a:r>
          </a:p>
        </p:txBody>
      </p:sp>
      <p:sp>
        <p:nvSpPr>
          <p:cNvPr id="4" name="AutoShape 4"/>
          <p:cNvSpPr/>
          <p:nvPr/>
        </p:nvSpPr>
        <p:spPr>
          <a:xfrm rot="5399999">
            <a:off x="4266046" y="10691813"/>
            <a:ext cx="21383626" cy="0"/>
          </a:xfrm>
          <a:prstGeom prst="line">
            <a:avLst/>
          </a:prstGeom>
          <a:ln w="101600" cap="rnd">
            <a:solidFill>
              <a:srgbClr val="CFAB8D"/>
            </a:solidFill>
            <a:prstDash val="solid"/>
            <a:headEnd type="none" w="sm" len="sm"/>
            <a:tailEnd type="none" w="sm" len="sm"/>
          </a:ln>
        </p:spPr>
        <p:txBody>
          <a:bodyPr/>
          <a:lstStyle/>
          <a:p>
            <a:endParaRPr lang="en-IE" dirty="0"/>
          </a:p>
        </p:txBody>
      </p:sp>
      <p:sp>
        <p:nvSpPr>
          <p:cNvPr id="44" name="TextBox 44"/>
          <p:cNvSpPr txBox="1"/>
          <p:nvPr/>
        </p:nvSpPr>
        <p:spPr>
          <a:xfrm>
            <a:off x="22675978" y="14168632"/>
            <a:ext cx="7021291" cy="3960058"/>
          </a:xfrm>
          <a:prstGeom prst="rect">
            <a:avLst/>
          </a:prstGeom>
        </p:spPr>
        <p:txBody>
          <a:bodyPr wrap="square" lIns="0" tIns="0" rIns="0" bIns="0" rtlCol="0" anchor="t">
            <a:spAutoFit/>
          </a:bodyPr>
          <a:lstStyle/>
          <a:p>
            <a:pPr algn="just">
              <a:spcAft>
                <a:spcPts val="800"/>
              </a:spcAft>
            </a:pPr>
            <a:r>
              <a:rPr lang="en-US" sz="1600" spc="-1" dirty="0">
                <a:solidFill>
                  <a:prstClr val="black"/>
                </a:solidFill>
                <a:latin typeface="Arial Nova Light"/>
              </a:rPr>
              <a:t>The results from the analysis provide clear insights into credit card default behavior:</a:t>
            </a:r>
          </a:p>
          <a:p>
            <a:pPr algn="just">
              <a:spcAft>
                <a:spcPts val="800"/>
              </a:spcAft>
            </a:pPr>
            <a:r>
              <a:rPr lang="en-US" sz="1600" spc="-1" dirty="0">
                <a:solidFill>
                  <a:prstClr val="black"/>
                </a:solidFill>
                <a:latin typeface="Arial Nova Light"/>
              </a:rPr>
              <a:t>Machine learning can accurately predict credit card default, especially after balancing the dataset with SMOTE.</a:t>
            </a:r>
          </a:p>
          <a:p>
            <a:pPr marL="285750" indent="-285750" algn="just">
              <a:spcAft>
                <a:spcPts val="800"/>
              </a:spcAft>
              <a:buFont typeface="Arial" panose="020B0604020202020204" pitchFamily="34" charset="0"/>
              <a:buChar char="•"/>
            </a:pPr>
            <a:r>
              <a:rPr lang="en-US" sz="1600" spc="-1" dirty="0">
                <a:solidFill>
                  <a:prstClr val="black"/>
                </a:solidFill>
                <a:latin typeface="Arial Nova Light"/>
              </a:rPr>
              <a:t>Random Forest performed the best among the three models (Logistic Regression, KNN, Random Forest), showing the strongest overall performance.</a:t>
            </a:r>
          </a:p>
          <a:p>
            <a:pPr marL="285750" indent="-285750" algn="just">
              <a:spcAft>
                <a:spcPts val="800"/>
              </a:spcAft>
              <a:buFont typeface="Arial" panose="020B0604020202020204" pitchFamily="34" charset="0"/>
              <a:buChar char="•"/>
            </a:pPr>
            <a:r>
              <a:rPr lang="en-US" sz="1600" spc="-1" dirty="0">
                <a:solidFill>
                  <a:prstClr val="black"/>
                </a:solidFill>
                <a:latin typeface="Arial Nova Light"/>
              </a:rPr>
              <a:t>Key predictors of default include payment history (PAY_1–PAY_6), bill amounts, credit limit, sex, education, and marital status..</a:t>
            </a:r>
          </a:p>
          <a:p>
            <a:pPr marL="285750" indent="-285750" algn="just">
              <a:spcAft>
                <a:spcPts val="800"/>
              </a:spcAft>
              <a:buFont typeface="Arial" panose="020B0604020202020204" pitchFamily="34" charset="0"/>
              <a:buChar char="•"/>
            </a:pPr>
            <a:r>
              <a:rPr lang="en-US" sz="1600" spc="-1" dirty="0">
                <a:solidFill>
                  <a:prstClr val="black"/>
                </a:solidFill>
                <a:latin typeface="Arial Nova Light"/>
              </a:rPr>
              <a:t>Feature importance confirmed that past payment behavior is the most critical factor.</a:t>
            </a:r>
          </a:p>
          <a:p>
            <a:pPr marL="285750" indent="-285750" algn="just">
              <a:spcAft>
                <a:spcPts val="800"/>
              </a:spcAft>
              <a:buFont typeface="Arial" panose="020B0604020202020204" pitchFamily="34" charset="0"/>
              <a:buChar char="•"/>
            </a:pPr>
            <a:r>
              <a:rPr lang="en-US" sz="1600" spc="-1" dirty="0">
                <a:solidFill>
                  <a:prstClr val="black"/>
                </a:solidFill>
                <a:latin typeface="Arial Nova Light"/>
              </a:rPr>
              <a:t>These results can help banks identify high-risk customers earlier, reduce financial losses, and support more responsible credit risk management.</a:t>
            </a:r>
            <a:r>
              <a:rPr lang="it-IT" sz="1600" spc="-1" dirty="0">
                <a:solidFill>
                  <a:prstClr val="black"/>
                </a:solidFill>
                <a:latin typeface="Arial Nova Light"/>
              </a:rPr>
              <a:t> (Yeh, I-Cheng &amp; Lien, Che-hui 2009)</a:t>
            </a:r>
            <a:endParaRPr lang="en-US" sz="1600" spc="-1" dirty="0">
              <a:solidFill>
                <a:prstClr val="black"/>
              </a:solidFill>
              <a:latin typeface="Arial Nova Light"/>
            </a:endParaRPr>
          </a:p>
        </p:txBody>
      </p:sp>
      <p:sp>
        <p:nvSpPr>
          <p:cNvPr id="51" name="AutoShape 51"/>
          <p:cNvSpPr/>
          <p:nvPr/>
        </p:nvSpPr>
        <p:spPr>
          <a:xfrm>
            <a:off x="366258" y="5213404"/>
            <a:ext cx="5400716" cy="0"/>
          </a:xfrm>
          <a:prstGeom prst="line">
            <a:avLst/>
          </a:prstGeom>
          <a:ln w="47625" cap="rnd">
            <a:solidFill>
              <a:srgbClr val="FAFAFA"/>
            </a:solidFill>
            <a:prstDash val="solid"/>
            <a:headEnd type="none" w="sm" len="sm"/>
            <a:tailEnd type="none" w="sm" len="sm"/>
          </a:ln>
        </p:spPr>
      </p:sp>
      <p:sp>
        <p:nvSpPr>
          <p:cNvPr id="92" name="TextBox 92"/>
          <p:cNvSpPr txBox="1"/>
          <p:nvPr/>
        </p:nvSpPr>
        <p:spPr>
          <a:xfrm>
            <a:off x="366257" y="5489994"/>
            <a:ext cx="4548864" cy="325089"/>
          </a:xfrm>
          <a:prstGeom prst="rect">
            <a:avLst/>
          </a:prstGeom>
        </p:spPr>
        <p:txBody>
          <a:bodyPr lIns="0" tIns="0" rIns="0" bIns="0" rtlCol="0" anchor="t">
            <a:spAutoFit/>
          </a:bodyPr>
          <a:lstStyle/>
          <a:p>
            <a:pPr defTabSz="593844">
              <a:lnSpc>
                <a:spcPts val="2533"/>
              </a:lnSpc>
              <a:spcBef>
                <a:spcPct val="0"/>
              </a:spcBef>
            </a:pPr>
            <a:r>
              <a:rPr lang="en-US" sz="2500" b="1" spc="-58" dirty="0">
                <a:solidFill>
                  <a:srgbClr val="F5EDE1"/>
                </a:solidFill>
                <a:latin typeface="Space Mono" panose="02000509040000020004" charset="0"/>
              </a:rPr>
              <a:t>Authors</a:t>
            </a:r>
          </a:p>
        </p:txBody>
      </p:sp>
      <p:sp>
        <p:nvSpPr>
          <p:cNvPr id="93" name="TextBox 93"/>
          <p:cNvSpPr txBox="1"/>
          <p:nvPr/>
        </p:nvSpPr>
        <p:spPr>
          <a:xfrm>
            <a:off x="366257" y="5930846"/>
            <a:ext cx="4548864" cy="221214"/>
          </a:xfrm>
          <a:prstGeom prst="rect">
            <a:avLst/>
          </a:prstGeom>
        </p:spPr>
        <p:txBody>
          <a:bodyPr lIns="0" tIns="0" rIns="0" bIns="0" rtlCol="0" anchor="t">
            <a:spAutoFit/>
          </a:bodyPr>
          <a:lstStyle/>
          <a:p>
            <a:pPr defTabSz="593844">
              <a:lnSpc>
                <a:spcPts val="1909"/>
              </a:lnSpc>
              <a:spcBef>
                <a:spcPct val="0"/>
              </a:spcBef>
            </a:pPr>
            <a:r>
              <a:rPr lang="en-US" sz="1500" dirty="0">
                <a:solidFill>
                  <a:srgbClr val="FFFFFF"/>
                </a:solidFill>
                <a:latin typeface="Barlow Medium"/>
              </a:rPr>
              <a:t>Yassine Zohair</a:t>
            </a:r>
          </a:p>
        </p:txBody>
      </p:sp>
      <p:sp>
        <p:nvSpPr>
          <p:cNvPr id="94" name="TextBox 94"/>
          <p:cNvSpPr txBox="1"/>
          <p:nvPr/>
        </p:nvSpPr>
        <p:spPr>
          <a:xfrm>
            <a:off x="366257" y="6527338"/>
            <a:ext cx="4548864" cy="325089"/>
          </a:xfrm>
          <a:prstGeom prst="rect">
            <a:avLst/>
          </a:prstGeom>
        </p:spPr>
        <p:txBody>
          <a:bodyPr lIns="0" tIns="0" rIns="0" bIns="0" rtlCol="0" anchor="t">
            <a:spAutoFit/>
          </a:bodyPr>
          <a:lstStyle/>
          <a:p>
            <a:pPr defTabSz="593844">
              <a:lnSpc>
                <a:spcPts val="2533"/>
              </a:lnSpc>
              <a:spcBef>
                <a:spcPct val="0"/>
              </a:spcBef>
            </a:pPr>
            <a:r>
              <a:rPr lang="en-US" sz="2500" b="1" spc="-58" dirty="0">
                <a:solidFill>
                  <a:srgbClr val="F5EDE1"/>
                </a:solidFill>
                <a:latin typeface="Space Mono" panose="02000509040000020004" charset="0"/>
              </a:rPr>
              <a:t>Abstract</a:t>
            </a:r>
          </a:p>
        </p:txBody>
      </p:sp>
      <p:sp>
        <p:nvSpPr>
          <p:cNvPr id="95" name="TextBox 95"/>
          <p:cNvSpPr txBox="1"/>
          <p:nvPr/>
        </p:nvSpPr>
        <p:spPr>
          <a:xfrm>
            <a:off x="366257" y="6952873"/>
            <a:ext cx="6984424" cy="2170466"/>
          </a:xfrm>
          <a:prstGeom prst="rect">
            <a:avLst/>
          </a:prstGeom>
        </p:spPr>
        <p:txBody>
          <a:bodyPr wrap="square" lIns="0" tIns="0" rIns="0" bIns="0" rtlCol="0" anchor="t">
            <a:spAutoFit/>
          </a:bodyPr>
          <a:lstStyle/>
          <a:p>
            <a:pPr defTabSz="593844">
              <a:lnSpc>
                <a:spcPts val="1909"/>
              </a:lnSpc>
              <a:spcBef>
                <a:spcPct val="0"/>
              </a:spcBef>
            </a:pPr>
            <a:r>
              <a:rPr lang="en-US" sz="1500" dirty="0">
                <a:solidFill>
                  <a:srgbClr val="FFFFFF"/>
                </a:solidFill>
                <a:latin typeface="Barlow Medium"/>
              </a:rPr>
              <a:t>This project aims to predict credit card default using machine learning. Using the UCI “Default of Credit Card Clients” dataset, we cleaned the data, handled outliers, balanced the classes with SMOTE, and prepared features for modeling. Three algorithms : Logistic Regression, KNN, and Random Forest were evaluated. Random Forest delivered the best overall performance, while KNN achieved the highest recall for identifying high-risk customers. </a:t>
            </a:r>
            <a:r>
              <a:rPr lang="en-US" sz="1500" dirty="0" err="1">
                <a:solidFill>
                  <a:srgbClr val="FFFFFF"/>
                </a:solidFill>
                <a:latin typeface="Barlow Medium"/>
              </a:rPr>
              <a:t>Shapash</a:t>
            </a:r>
            <a:r>
              <a:rPr lang="en-US" sz="1500" dirty="0">
                <a:solidFill>
                  <a:srgbClr val="FFFFFF"/>
                </a:solidFill>
                <a:latin typeface="Barlow Medium"/>
              </a:rPr>
              <a:t> was used to explain feature importance and model decisions. The results show that machine learning can help financial institutions detect potential defaults more effectively. (Chen &amp; Zhang, 2021)</a:t>
            </a:r>
          </a:p>
        </p:txBody>
      </p:sp>
      <p:sp>
        <p:nvSpPr>
          <p:cNvPr id="96" name="TextBox 96"/>
          <p:cNvSpPr txBox="1"/>
          <p:nvPr/>
        </p:nvSpPr>
        <p:spPr>
          <a:xfrm>
            <a:off x="366257" y="972869"/>
            <a:ext cx="6874546" cy="3323987"/>
          </a:xfrm>
          <a:prstGeom prst="rect">
            <a:avLst/>
          </a:prstGeom>
        </p:spPr>
        <p:txBody>
          <a:bodyPr wrap="square" lIns="0" tIns="0" rIns="0" bIns="0" rtlCol="0" anchor="t">
            <a:spAutoFit/>
          </a:bodyPr>
          <a:lstStyle/>
          <a:p>
            <a:pPr defTabSz="593844"/>
            <a:r>
              <a:rPr lang="en-US" sz="7200" b="1" spc="-183" dirty="0">
                <a:solidFill>
                  <a:srgbClr val="FAFAFA"/>
                </a:solidFill>
                <a:latin typeface="Space Mono" panose="020B0604020202020204" charset="0"/>
              </a:rPr>
              <a:t>Credit Card Default Prediction Using Machine Learning</a:t>
            </a:r>
          </a:p>
        </p:txBody>
      </p:sp>
      <p:sp>
        <p:nvSpPr>
          <p:cNvPr id="97" name="TextBox 97"/>
          <p:cNvSpPr txBox="1"/>
          <p:nvPr/>
        </p:nvSpPr>
        <p:spPr>
          <a:xfrm>
            <a:off x="7753850" y="1485400"/>
            <a:ext cx="6864742" cy="2738250"/>
          </a:xfrm>
          <a:prstGeom prst="rect">
            <a:avLst/>
          </a:prstGeom>
        </p:spPr>
        <p:txBody>
          <a:bodyPr wrap="square" lIns="0" tIns="0" rIns="0" bIns="0" rtlCol="0" anchor="t">
            <a:spAutoFit/>
          </a:bodyPr>
          <a:lstStyle/>
          <a:p>
            <a:pPr algn="just" defTabSz="593844">
              <a:lnSpc>
                <a:spcPts val="2364"/>
              </a:lnSpc>
              <a:spcBef>
                <a:spcPct val="0"/>
              </a:spcBef>
            </a:pPr>
            <a:r>
              <a:rPr lang="en-US" sz="1550" spc="-1" dirty="0">
                <a:solidFill>
                  <a:prstClr val="black"/>
                </a:solidFill>
                <a:latin typeface="Arial Nova Light"/>
                <a:ea typeface="DejaVu Sans"/>
              </a:rPr>
              <a:t>Credit card default prediction plays a crucial role in helping financial institutions manage risk and make informed lending decisions. When customers fail to pay their credit card bills, banks face financial losses and increased operational challenges. By analyzing customer behavior and financial patterns, machine learning models can support early identification of high-risk clients and improve overall credit management. This project applies data analytics and supervised learning techniques to understand which factors influence default behavior and to build a model that can accurately support decision-making in real financial environments.</a:t>
            </a:r>
            <a:r>
              <a:rPr lang="it-IT" sz="1550" spc="-1" dirty="0">
                <a:solidFill>
                  <a:prstClr val="black"/>
                </a:solidFill>
                <a:latin typeface="Arial Nova Light"/>
                <a:ea typeface="DejaVu Sans"/>
              </a:rPr>
              <a:t> (Yeh, I-Cheng &amp; Lien, Che-hui 2009)</a:t>
            </a:r>
            <a:endParaRPr lang="en-US" sz="1550" spc="-1" dirty="0">
              <a:solidFill>
                <a:prstClr val="black"/>
              </a:solidFill>
              <a:latin typeface="Arial"/>
            </a:endParaRPr>
          </a:p>
        </p:txBody>
      </p:sp>
      <p:pic>
        <p:nvPicPr>
          <p:cNvPr id="1026" name="Picture 2">
            <a:extLst>
              <a:ext uri="{FF2B5EF4-FFF2-40B4-BE49-F238E27FC236}">
                <a16:creationId xmlns:a16="http://schemas.microsoft.com/office/drawing/2014/main" id="{32980C5E-22EA-A262-A795-20B7C091FFF4}"/>
              </a:ext>
            </a:extLst>
          </p:cNvPr>
          <p:cNvPicPr>
            <a:picLocks noChangeAspect="1" noChangeArrowheads="1"/>
          </p:cNvPicPr>
          <p:nvPr/>
        </p:nvPicPr>
        <p:blipFill rotWithShape="1">
          <a:blip r:embed="rId3">
            <a:duotone>
              <a:schemeClr val="bg2">
                <a:shade val="45000"/>
                <a:satMod val="135000"/>
              </a:schemeClr>
              <a:prstClr val="white"/>
            </a:duotone>
            <a:extLst>
              <a:ext uri="{BEBA8EAE-BF5A-486C-A8C5-ECC9F3942E4B}">
                <a14:imgProps xmlns:a14="http://schemas.microsoft.com/office/drawing/2010/main">
                  <a14:imgLayer r:embed="rId4">
                    <a14:imgEffect>
                      <a14:colorTemperature colorTemp="6600"/>
                    </a14:imgEffect>
                    <a14:imgEffect>
                      <a14:saturation sat="400000"/>
                    </a14:imgEffect>
                    <a14:imgEffect>
                      <a14:brightnessContrast bright="82000" contrast="100000"/>
                    </a14:imgEffect>
                  </a14:imgLayer>
                </a14:imgProps>
              </a:ext>
              <a:ext uri="{28A0092B-C50C-407E-A947-70E740481C1C}">
                <a14:useLocalDpi xmlns:a14="http://schemas.microsoft.com/office/drawing/2010/main" val="0"/>
              </a:ext>
            </a:extLst>
          </a:blip>
          <a:srcRect l="6970" r="6583"/>
          <a:stretch/>
        </p:blipFill>
        <p:spPr bwMode="auto">
          <a:xfrm>
            <a:off x="384919" y="18689830"/>
            <a:ext cx="7195148" cy="2880000"/>
          </a:xfrm>
          <a:prstGeom prst="rect">
            <a:avLst/>
          </a:prstGeom>
          <a:noFill/>
          <a:extLst>
            <a:ext uri="{909E8E84-426E-40DD-AFC4-6F175D3DCCD1}">
              <a14:hiddenFill xmlns:a14="http://schemas.microsoft.com/office/drawing/2010/main">
                <a:solidFill>
                  <a:srgbClr val="FFFFFF"/>
                </a:solidFill>
              </a14:hiddenFill>
            </a:ext>
          </a:extLst>
        </p:spPr>
      </p:pic>
      <p:grpSp>
        <p:nvGrpSpPr>
          <p:cNvPr id="16" name="Group 15">
            <a:extLst>
              <a:ext uri="{FF2B5EF4-FFF2-40B4-BE49-F238E27FC236}">
                <a16:creationId xmlns:a16="http://schemas.microsoft.com/office/drawing/2014/main" id="{9C9C5303-F872-8609-DC90-1BD9B1640191}"/>
              </a:ext>
            </a:extLst>
          </p:cNvPr>
          <p:cNvGrpSpPr/>
          <p:nvPr/>
        </p:nvGrpSpPr>
        <p:grpSpPr>
          <a:xfrm>
            <a:off x="8037182" y="8672773"/>
            <a:ext cx="6550490" cy="560942"/>
            <a:chOff x="8267668" y="1227462"/>
            <a:chExt cx="6550490" cy="560942"/>
          </a:xfrm>
        </p:grpSpPr>
        <p:sp>
          <p:nvSpPr>
            <p:cNvPr id="19" name="TextBox 25">
              <a:extLst>
                <a:ext uri="{FF2B5EF4-FFF2-40B4-BE49-F238E27FC236}">
                  <a16:creationId xmlns:a16="http://schemas.microsoft.com/office/drawing/2014/main" id="{CE50B929-BD71-D2A2-92C7-B30864A28891}"/>
                </a:ext>
              </a:extLst>
            </p:cNvPr>
            <p:cNvSpPr txBox="1"/>
            <p:nvPr/>
          </p:nvSpPr>
          <p:spPr>
            <a:xfrm>
              <a:off x="8267668" y="1227462"/>
              <a:ext cx="614708" cy="559705"/>
            </a:xfrm>
            <a:prstGeom prst="rect">
              <a:avLst/>
            </a:prstGeom>
          </p:spPr>
          <p:txBody>
            <a:bodyPr lIns="0" tIns="0" rIns="0" bIns="0" rtlCol="0" anchor="t">
              <a:spAutoFit/>
            </a:bodyPr>
            <a:lstStyle/>
            <a:p>
              <a:pPr algn="ctr" defTabSz="593844">
                <a:lnSpc>
                  <a:spcPts val="4222"/>
                </a:lnSpc>
                <a:spcBef>
                  <a:spcPct val="0"/>
                </a:spcBef>
              </a:pPr>
              <a:endParaRPr lang="en-US" sz="4600" b="1" spc="-97" dirty="0">
                <a:solidFill>
                  <a:srgbClr val="4B1A18"/>
                </a:solidFill>
                <a:latin typeface="Space Mono" panose="020B0604020202020204" charset="0"/>
              </a:endParaRPr>
            </a:p>
          </p:txBody>
        </p:sp>
        <p:sp>
          <p:nvSpPr>
            <p:cNvPr id="33" name="TextBox 26">
              <a:extLst>
                <a:ext uri="{FF2B5EF4-FFF2-40B4-BE49-F238E27FC236}">
                  <a16:creationId xmlns:a16="http://schemas.microsoft.com/office/drawing/2014/main" id="{92DC477B-28CC-316A-07F5-8712A9B7EE23}"/>
                </a:ext>
              </a:extLst>
            </p:cNvPr>
            <p:cNvSpPr txBox="1"/>
            <p:nvPr/>
          </p:nvSpPr>
          <p:spPr>
            <a:xfrm>
              <a:off x="9475320" y="1228699"/>
              <a:ext cx="5342838" cy="559705"/>
            </a:xfrm>
            <a:prstGeom prst="rect">
              <a:avLst/>
            </a:prstGeom>
          </p:spPr>
          <p:txBody>
            <a:bodyPr lIns="0" tIns="0" rIns="0" bIns="0" rtlCol="0" anchor="t">
              <a:spAutoFit/>
            </a:bodyPr>
            <a:lstStyle/>
            <a:p>
              <a:pPr defTabSz="593844">
                <a:lnSpc>
                  <a:spcPts val="4222"/>
                </a:lnSpc>
                <a:spcBef>
                  <a:spcPct val="0"/>
                </a:spcBef>
              </a:pPr>
              <a:r>
                <a:rPr lang="en-US" sz="4600" b="1" spc="100" dirty="0">
                  <a:solidFill>
                    <a:srgbClr val="4B1A18"/>
                  </a:solidFill>
                  <a:latin typeface="Space Mono" panose="020B0604020202020204" charset="0"/>
                </a:rPr>
                <a:t>METHODOLOGY</a:t>
              </a:r>
            </a:p>
          </p:txBody>
        </p:sp>
      </p:grpSp>
      <p:grpSp>
        <p:nvGrpSpPr>
          <p:cNvPr id="76" name="Group 75">
            <a:extLst>
              <a:ext uri="{FF2B5EF4-FFF2-40B4-BE49-F238E27FC236}">
                <a16:creationId xmlns:a16="http://schemas.microsoft.com/office/drawing/2014/main" id="{497BB03C-F843-6378-4EF8-4D0BB16C4822}"/>
              </a:ext>
            </a:extLst>
          </p:cNvPr>
          <p:cNvGrpSpPr/>
          <p:nvPr/>
        </p:nvGrpSpPr>
        <p:grpSpPr>
          <a:xfrm>
            <a:off x="22843340" y="13046145"/>
            <a:ext cx="6550490" cy="1013602"/>
            <a:chOff x="8267668" y="-218127"/>
            <a:chExt cx="6550490" cy="1998497"/>
          </a:xfrm>
        </p:grpSpPr>
        <p:sp>
          <p:nvSpPr>
            <p:cNvPr id="78" name="TextBox 25">
              <a:extLst>
                <a:ext uri="{FF2B5EF4-FFF2-40B4-BE49-F238E27FC236}">
                  <a16:creationId xmlns:a16="http://schemas.microsoft.com/office/drawing/2014/main" id="{9B4EBB3B-A3BA-0056-A4DB-8C285DA1015C}"/>
                </a:ext>
              </a:extLst>
            </p:cNvPr>
            <p:cNvSpPr txBox="1"/>
            <p:nvPr/>
          </p:nvSpPr>
          <p:spPr>
            <a:xfrm>
              <a:off x="8267668" y="1227462"/>
              <a:ext cx="614708" cy="552908"/>
            </a:xfrm>
            <a:prstGeom prst="rect">
              <a:avLst/>
            </a:prstGeom>
          </p:spPr>
          <p:txBody>
            <a:bodyPr lIns="0" tIns="0" rIns="0" bIns="0" rtlCol="0" anchor="t">
              <a:spAutoFit/>
            </a:bodyPr>
            <a:lstStyle/>
            <a:p>
              <a:pPr algn="ctr" defTabSz="593844">
                <a:lnSpc>
                  <a:spcPts val="4222"/>
                </a:lnSpc>
                <a:spcBef>
                  <a:spcPct val="0"/>
                </a:spcBef>
              </a:pPr>
              <a:endParaRPr lang="en-US" sz="4400" b="1" spc="-97" dirty="0">
                <a:solidFill>
                  <a:srgbClr val="4B1A18"/>
                </a:solidFill>
                <a:latin typeface="Space Mono" panose="020B0604020202020204" charset="0"/>
              </a:endParaRPr>
            </a:p>
          </p:txBody>
        </p:sp>
        <p:sp>
          <p:nvSpPr>
            <p:cNvPr id="79" name="TextBox 26">
              <a:extLst>
                <a:ext uri="{FF2B5EF4-FFF2-40B4-BE49-F238E27FC236}">
                  <a16:creationId xmlns:a16="http://schemas.microsoft.com/office/drawing/2014/main" id="{AC2A0D63-29AC-A9E5-1327-C22F1CFBBB53}"/>
                </a:ext>
              </a:extLst>
            </p:cNvPr>
            <p:cNvSpPr txBox="1"/>
            <p:nvPr/>
          </p:nvSpPr>
          <p:spPr>
            <a:xfrm>
              <a:off x="9475320" y="-218127"/>
              <a:ext cx="5342838" cy="552908"/>
            </a:xfrm>
            <a:prstGeom prst="rect">
              <a:avLst/>
            </a:prstGeom>
          </p:spPr>
          <p:txBody>
            <a:bodyPr lIns="0" tIns="0" rIns="0" bIns="0" rtlCol="0" anchor="t">
              <a:spAutoFit/>
            </a:bodyPr>
            <a:lstStyle/>
            <a:p>
              <a:pPr defTabSz="593844">
                <a:lnSpc>
                  <a:spcPts val="4222"/>
                </a:lnSpc>
                <a:spcBef>
                  <a:spcPct val="0"/>
                </a:spcBef>
              </a:pPr>
              <a:r>
                <a:rPr lang="en-US" sz="4400" b="1" spc="100" dirty="0">
                  <a:solidFill>
                    <a:srgbClr val="4B1A18"/>
                  </a:solidFill>
                  <a:latin typeface="Space Mono" panose="020B0604020202020204" charset="0"/>
                </a:rPr>
                <a:t>CONCLUSION</a:t>
              </a:r>
            </a:p>
          </p:txBody>
        </p:sp>
      </p:grpSp>
      <p:sp>
        <p:nvSpPr>
          <p:cNvPr id="121" name="TextBox 68">
            <a:extLst>
              <a:ext uri="{FF2B5EF4-FFF2-40B4-BE49-F238E27FC236}">
                <a16:creationId xmlns:a16="http://schemas.microsoft.com/office/drawing/2014/main" id="{35D81CA1-5867-B1C8-ED76-16DEFD28DF31}"/>
              </a:ext>
            </a:extLst>
          </p:cNvPr>
          <p:cNvSpPr txBox="1"/>
          <p:nvPr/>
        </p:nvSpPr>
        <p:spPr>
          <a:xfrm>
            <a:off x="7828919" y="9530592"/>
            <a:ext cx="4556861" cy="430887"/>
          </a:xfrm>
          <a:prstGeom prst="rect">
            <a:avLst/>
          </a:prstGeom>
        </p:spPr>
        <p:txBody>
          <a:bodyPr wrap="square" lIns="0" tIns="0" rIns="0" bIns="0" rtlCol="0" anchor="t">
            <a:spAutoFit/>
          </a:bodyPr>
          <a:lstStyle/>
          <a:p>
            <a:r>
              <a:rPr lang="en-US" sz="2800" dirty="0">
                <a:solidFill>
                  <a:srgbClr val="804440"/>
                </a:solidFill>
                <a:latin typeface="Barlow Medium"/>
              </a:rPr>
              <a:t>CRISP-DM Methodology:</a:t>
            </a:r>
          </a:p>
        </p:txBody>
      </p:sp>
      <p:sp>
        <p:nvSpPr>
          <p:cNvPr id="124" name="TextBox 99">
            <a:extLst>
              <a:ext uri="{FF2B5EF4-FFF2-40B4-BE49-F238E27FC236}">
                <a16:creationId xmlns:a16="http://schemas.microsoft.com/office/drawing/2014/main" id="{382F7953-3064-9A0A-758D-592605BB46FB}"/>
              </a:ext>
            </a:extLst>
          </p:cNvPr>
          <p:cNvSpPr txBox="1"/>
          <p:nvPr/>
        </p:nvSpPr>
        <p:spPr>
          <a:xfrm>
            <a:off x="7722068" y="5462455"/>
            <a:ext cx="6951264" cy="2831544"/>
          </a:xfrm>
          <a:prstGeom prst="rect">
            <a:avLst/>
          </a:prstGeom>
        </p:spPr>
        <p:txBody>
          <a:bodyPr wrap="square" lIns="0" tIns="0" rIns="0" bIns="0" rtlCol="0" anchor="t">
            <a:spAutoFit/>
          </a:bodyPr>
          <a:lstStyle/>
          <a:p>
            <a:pPr marL="342900" indent="-342900" algn="just">
              <a:spcAft>
                <a:spcPts val="800"/>
              </a:spcAft>
              <a:buSzPts val="1000"/>
              <a:buFont typeface="Symbol" panose="05050102010706020507" pitchFamily="18" charset="2"/>
              <a:buChar char=""/>
              <a:tabLst>
                <a:tab pos="457200" algn="l"/>
              </a:tabLst>
            </a:pPr>
            <a:r>
              <a:rPr lang="en-IE" sz="1600" spc="-1" dirty="0">
                <a:solidFill>
                  <a:prstClr val="black"/>
                </a:solidFill>
                <a:latin typeface="Arial Nova Light"/>
              </a:rPr>
              <a:t>For this project, the objectives are:</a:t>
            </a:r>
          </a:p>
          <a:p>
            <a:pPr marL="342900" indent="-342900" algn="just">
              <a:spcAft>
                <a:spcPts val="800"/>
              </a:spcAft>
              <a:buSzPts val="1000"/>
              <a:buFont typeface="Symbol" panose="05050102010706020507" pitchFamily="18" charset="2"/>
              <a:buChar char=""/>
              <a:tabLst>
                <a:tab pos="457200" algn="l"/>
              </a:tabLst>
            </a:pPr>
            <a:r>
              <a:rPr lang="en-IE" sz="1600" spc="-1" dirty="0">
                <a:solidFill>
                  <a:prstClr val="black"/>
                </a:solidFill>
                <a:latin typeface="Arial Nova Light"/>
              </a:rPr>
              <a:t>Perform an Exploratory Data Analysis (EDA) to understand </a:t>
            </a:r>
            <a:r>
              <a:rPr lang="en-US" sz="1600" spc="-1" dirty="0">
                <a:solidFill>
                  <a:prstClr val="black"/>
                </a:solidFill>
                <a:latin typeface="Arial Nova Light"/>
              </a:rPr>
              <a:t>customer characteristics</a:t>
            </a:r>
          </a:p>
          <a:p>
            <a:pPr marL="342900" lvl="0" indent="-342900" algn="just">
              <a:spcAft>
                <a:spcPts val="800"/>
              </a:spcAft>
              <a:buSzPts val="1000"/>
              <a:buFont typeface="Symbol" panose="05050102010706020507" pitchFamily="18" charset="2"/>
              <a:buChar char=""/>
              <a:tabLst>
                <a:tab pos="457200" algn="l"/>
              </a:tabLst>
            </a:pPr>
            <a:r>
              <a:rPr lang="en-US" sz="1600" spc="-1" dirty="0">
                <a:solidFill>
                  <a:prstClr val="black"/>
                </a:solidFill>
                <a:latin typeface="Arial Nova Light"/>
              </a:rPr>
              <a:t>Prepare the dataset using cleaning, outlier handling, encoding, and scaling.</a:t>
            </a:r>
            <a:r>
              <a:rPr lang="en-IE" sz="1600" spc="-1" dirty="0">
                <a:solidFill>
                  <a:prstClr val="black"/>
                </a:solidFill>
                <a:latin typeface="Arial Nova Light"/>
              </a:rPr>
              <a:t>.</a:t>
            </a:r>
          </a:p>
          <a:p>
            <a:pPr marL="342900" lvl="0" indent="-342900" algn="just">
              <a:spcAft>
                <a:spcPts val="800"/>
              </a:spcAft>
              <a:buSzPts val="1000"/>
              <a:buFont typeface="Symbol" panose="05050102010706020507" pitchFamily="18" charset="2"/>
              <a:buChar char=""/>
              <a:tabLst>
                <a:tab pos="457200" algn="l"/>
              </a:tabLst>
            </a:pPr>
            <a:r>
              <a:rPr lang="en-US" sz="1600" spc="-1" dirty="0">
                <a:solidFill>
                  <a:prstClr val="black"/>
                </a:solidFill>
                <a:latin typeface="Arial Nova Light"/>
              </a:rPr>
              <a:t>Address class imbalance using SMOTE.</a:t>
            </a:r>
          </a:p>
          <a:p>
            <a:pPr marL="342900" lvl="0" indent="-342900" algn="just">
              <a:spcAft>
                <a:spcPts val="800"/>
              </a:spcAft>
              <a:buSzPts val="1000"/>
              <a:buFont typeface="Symbol" panose="05050102010706020507" pitchFamily="18" charset="2"/>
              <a:buChar char=""/>
              <a:tabLst>
                <a:tab pos="457200" algn="l"/>
              </a:tabLst>
            </a:pPr>
            <a:r>
              <a:rPr lang="en-US" sz="1600" spc="-1" dirty="0">
                <a:solidFill>
                  <a:prstClr val="black"/>
                </a:solidFill>
                <a:latin typeface="Arial Nova Light"/>
              </a:rPr>
              <a:t>Build and compare three supervised ML models: Logistic Regression, KNN, Random Forest.</a:t>
            </a:r>
          </a:p>
          <a:p>
            <a:pPr marL="342900" lvl="0" indent="-342900" algn="just">
              <a:spcAft>
                <a:spcPts val="800"/>
              </a:spcAft>
              <a:buSzPts val="1000"/>
              <a:buFont typeface="Symbol" panose="05050102010706020507" pitchFamily="18" charset="2"/>
              <a:buChar char=""/>
              <a:tabLst>
                <a:tab pos="457200" algn="l"/>
              </a:tabLst>
            </a:pPr>
            <a:r>
              <a:rPr lang="en-US" sz="1600" spc="-1" dirty="0">
                <a:solidFill>
                  <a:prstClr val="black"/>
                </a:solidFill>
                <a:latin typeface="Arial Nova Light"/>
              </a:rPr>
              <a:t>Tune hyperparameters using </a:t>
            </a:r>
            <a:r>
              <a:rPr lang="en-US" sz="1600" spc="-1" dirty="0" err="1">
                <a:solidFill>
                  <a:prstClr val="black"/>
                </a:solidFill>
                <a:latin typeface="Arial Nova Light"/>
              </a:rPr>
              <a:t>GridSearchCV</a:t>
            </a:r>
            <a:r>
              <a:rPr lang="en-US" sz="1600" spc="-1" dirty="0">
                <a:solidFill>
                  <a:prstClr val="black"/>
                </a:solidFill>
                <a:latin typeface="Arial Nova Light"/>
              </a:rPr>
              <a:t>.</a:t>
            </a:r>
          </a:p>
          <a:p>
            <a:pPr marL="342900" lvl="0" indent="-342900" algn="just">
              <a:spcAft>
                <a:spcPts val="800"/>
              </a:spcAft>
              <a:buSzPts val="1000"/>
              <a:buFont typeface="Symbol" panose="05050102010706020507" pitchFamily="18" charset="2"/>
              <a:buChar char=""/>
              <a:tabLst>
                <a:tab pos="457200" algn="l"/>
              </a:tabLst>
            </a:pPr>
            <a:r>
              <a:rPr lang="en-IE" sz="1600" spc="-1" dirty="0">
                <a:solidFill>
                  <a:prstClr val="black"/>
                </a:solidFill>
                <a:latin typeface="Arial Nova Light"/>
              </a:rPr>
              <a:t>Visualize the results to make them easy to understand.</a:t>
            </a:r>
          </a:p>
        </p:txBody>
      </p:sp>
      <p:grpSp>
        <p:nvGrpSpPr>
          <p:cNvPr id="125" name="Group 124">
            <a:extLst>
              <a:ext uri="{FF2B5EF4-FFF2-40B4-BE49-F238E27FC236}">
                <a16:creationId xmlns:a16="http://schemas.microsoft.com/office/drawing/2014/main" id="{1DE921A6-39C9-BC2D-6C51-4B286A11A6D1}"/>
              </a:ext>
            </a:extLst>
          </p:cNvPr>
          <p:cNvGrpSpPr/>
          <p:nvPr/>
        </p:nvGrpSpPr>
        <p:grpSpPr>
          <a:xfrm>
            <a:off x="8024930" y="4541799"/>
            <a:ext cx="6550490" cy="560942"/>
            <a:chOff x="8267668" y="1227462"/>
            <a:chExt cx="6550490" cy="560942"/>
          </a:xfrm>
        </p:grpSpPr>
        <p:sp>
          <p:nvSpPr>
            <p:cNvPr id="127" name="TextBox 25">
              <a:extLst>
                <a:ext uri="{FF2B5EF4-FFF2-40B4-BE49-F238E27FC236}">
                  <a16:creationId xmlns:a16="http://schemas.microsoft.com/office/drawing/2014/main" id="{1E5DA534-E25C-D05C-FC3F-03ED8D64AB3C}"/>
                </a:ext>
              </a:extLst>
            </p:cNvPr>
            <p:cNvSpPr txBox="1"/>
            <p:nvPr/>
          </p:nvSpPr>
          <p:spPr>
            <a:xfrm>
              <a:off x="8267668" y="1227462"/>
              <a:ext cx="614708" cy="559705"/>
            </a:xfrm>
            <a:prstGeom prst="rect">
              <a:avLst/>
            </a:prstGeom>
          </p:spPr>
          <p:txBody>
            <a:bodyPr lIns="0" tIns="0" rIns="0" bIns="0" rtlCol="0" anchor="t">
              <a:spAutoFit/>
            </a:bodyPr>
            <a:lstStyle/>
            <a:p>
              <a:pPr algn="ctr" defTabSz="593844">
                <a:lnSpc>
                  <a:spcPts val="4222"/>
                </a:lnSpc>
                <a:spcBef>
                  <a:spcPct val="0"/>
                </a:spcBef>
              </a:pPr>
              <a:endParaRPr lang="en-US" sz="4600" b="1" spc="-97" dirty="0">
                <a:solidFill>
                  <a:srgbClr val="4B1A18"/>
                </a:solidFill>
                <a:latin typeface="Space Mono" panose="020B0604020202020204" charset="0"/>
              </a:endParaRPr>
            </a:p>
          </p:txBody>
        </p:sp>
        <p:sp>
          <p:nvSpPr>
            <p:cNvPr id="1024" name="TextBox 26">
              <a:extLst>
                <a:ext uri="{FF2B5EF4-FFF2-40B4-BE49-F238E27FC236}">
                  <a16:creationId xmlns:a16="http://schemas.microsoft.com/office/drawing/2014/main" id="{DFD7683C-2434-8290-F339-9E2E8EB7CDA4}"/>
                </a:ext>
              </a:extLst>
            </p:cNvPr>
            <p:cNvSpPr txBox="1"/>
            <p:nvPr/>
          </p:nvSpPr>
          <p:spPr>
            <a:xfrm>
              <a:off x="9475320" y="1228699"/>
              <a:ext cx="5342838" cy="559705"/>
            </a:xfrm>
            <a:prstGeom prst="rect">
              <a:avLst/>
            </a:prstGeom>
          </p:spPr>
          <p:txBody>
            <a:bodyPr lIns="0" tIns="0" rIns="0" bIns="0" rtlCol="0" anchor="t">
              <a:spAutoFit/>
            </a:bodyPr>
            <a:lstStyle/>
            <a:p>
              <a:pPr defTabSz="593844">
                <a:lnSpc>
                  <a:spcPts val="4222"/>
                </a:lnSpc>
                <a:spcBef>
                  <a:spcPct val="0"/>
                </a:spcBef>
              </a:pPr>
              <a:r>
                <a:rPr lang="en-US" sz="4600" b="1" spc="100" dirty="0">
                  <a:solidFill>
                    <a:srgbClr val="4B1A18"/>
                  </a:solidFill>
                  <a:latin typeface="Space Mono" panose="020B0604020202020204" charset="0"/>
                </a:rPr>
                <a:t>OBJECTIVES</a:t>
              </a:r>
            </a:p>
          </p:txBody>
        </p:sp>
      </p:grpSp>
      <p:sp>
        <p:nvSpPr>
          <p:cNvPr id="1034" name="TextBox 26">
            <a:extLst>
              <a:ext uri="{FF2B5EF4-FFF2-40B4-BE49-F238E27FC236}">
                <a16:creationId xmlns:a16="http://schemas.microsoft.com/office/drawing/2014/main" id="{DDA72289-62AF-FF17-E8BE-7D5EDC8D023A}"/>
              </a:ext>
            </a:extLst>
          </p:cNvPr>
          <p:cNvSpPr txBox="1"/>
          <p:nvPr/>
        </p:nvSpPr>
        <p:spPr>
          <a:xfrm>
            <a:off x="22714368" y="9155961"/>
            <a:ext cx="6627170" cy="538609"/>
          </a:xfrm>
          <a:prstGeom prst="rect">
            <a:avLst/>
          </a:prstGeom>
        </p:spPr>
        <p:txBody>
          <a:bodyPr wrap="square" lIns="0" tIns="0" rIns="0" bIns="0" rtlCol="0" anchor="t">
            <a:spAutoFit/>
          </a:bodyPr>
          <a:lstStyle/>
          <a:p>
            <a:pPr defTabSz="593844">
              <a:lnSpc>
                <a:spcPts val="4222"/>
              </a:lnSpc>
              <a:spcBef>
                <a:spcPct val="0"/>
              </a:spcBef>
            </a:pPr>
            <a:r>
              <a:rPr lang="en-US" sz="3500" b="1" spc="100" dirty="0">
                <a:solidFill>
                  <a:srgbClr val="804440"/>
                </a:solidFill>
                <a:latin typeface="Space Mono" panose="020B0604020202020204" charset="0"/>
              </a:rPr>
              <a:t>ETHICAL CONSIDERATIONS</a:t>
            </a:r>
          </a:p>
        </p:txBody>
      </p:sp>
      <p:sp>
        <p:nvSpPr>
          <p:cNvPr id="1045" name="TextBox 99">
            <a:extLst>
              <a:ext uri="{FF2B5EF4-FFF2-40B4-BE49-F238E27FC236}">
                <a16:creationId xmlns:a16="http://schemas.microsoft.com/office/drawing/2014/main" id="{BAC379A8-DCB1-426F-E99B-049E4803E266}"/>
              </a:ext>
            </a:extLst>
          </p:cNvPr>
          <p:cNvSpPr txBox="1"/>
          <p:nvPr/>
        </p:nvSpPr>
        <p:spPr>
          <a:xfrm>
            <a:off x="15189866" y="5550094"/>
            <a:ext cx="6823998" cy="569387"/>
          </a:xfrm>
          <a:prstGeom prst="rect">
            <a:avLst/>
          </a:prstGeom>
        </p:spPr>
        <p:txBody>
          <a:bodyPr wrap="square" lIns="0" tIns="0" rIns="0" bIns="0" rtlCol="0" anchor="t">
            <a:spAutoFit/>
          </a:bodyPr>
          <a:lstStyle/>
          <a:p>
            <a:pPr algn="just">
              <a:lnSpc>
                <a:spcPct val="107000"/>
              </a:lnSpc>
              <a:spcAft>
                <a:spcPts val="800"/>
              </a:spcAft>
            </a:pPr>
            <a:r>
              <a:rPr lang="en-US" sz="1400" spc="-1" dirty="0">
                <a:solidFill>
                  <a:prstClr val="black"/>
                </a:solidFill>
                <a:latin typeface="Arial Nova Light"/>
              </a:rPr>
              <a:t>.</a:t>
            </a:r>
            <a:endParaRPr lang="es-MX" sz="1400" spc="-1" dirty="0">
              <a:solidFill>
                <a:prstClr val="black"/>
              </a:solidFill>
              <a:latin typeface="Arial Nova Light"/>
            </a:endParaRPr>
          </a:p>
          <a:p>
            <a:pPr lvl="0">
              <a:lnSpc>
                <a:spcPct val="107000"/>
              </a:lnSpc>
              <a:spcAft>
                <a:spcPts val="800"/>
              </a:spcAft>
              <a:buSzPts val="1000"/>
              <a:tabLst>
                <a:tab pos="457200" algn="l"/>
              </a:tabLst>
            </a:pPr>
            <a:endParaRPr lang="en-IE" sz="1550" spc="-1" dirty="0">
              <a:solidFill>
                <a:prstClr val="black"/>
              </a:solidFill>
              <a:latin typeface="Arial Nova Light"/>
            </a:endParaRPr>
          </a:p>
        </p:txBody>
      </p:sp>
      <p:sp>
        <p:nvSpPr>
          <p:cNvPr id="1050" name="TextBox 68">
            <a:extLst>
              <a:ext uri="{FF2B5EF4-FFF2-40B4-BE49-F238E27FC236}">
                <a16:creationId xmlns:a16="http://schemas.microsoft.com/office/drawing/2014/main" id="{6282B53E-C6AB-7F17-45E0-62C32C92F50F}"/>
              </a:ext>
            </a:extLst>
          </p:cNvPr>
          <p:cNvSpPr txBox="1"/>
          <p:nvPr/>
        </p:nvSpPr>
        <p:spPr>
          <a:xfrm>
            <a:off x="7806948" y="13109916"/>
            <a:ext cx="6864742" cy="1663853"/>
          </a:xfrm>
          <a:prstGeom prst="rect">
            <a:avLst/>
          </a:prstGeom>
        </p:spPr>
        <p:txBody>
          <a:bodyPr wrap="square" lIns="0" tIns="0" rIns="0" bIns="0" rtlCol="0" anchor="t">
            <a:spAutoFit/>
          </a:bodyPr>
          <a:lstStyle/>
          <a:p>
            <a:pPr algn="just">
              <a:lnSpc>
                <a:spcPct val="107000"/>
              </a:lnSpc>
              <a:spcAft>
                <a:spcPts val="800"/>
              </a:spcAft>
            </a:pPr>
            <a:r>
              <a:rPr lang="en-IE" sz="1550" spc="-1" dirty="0">
                <a:solidFill>
                  <a:prstClr val="black"/>
                </a:solidFill>
                <a:latin typeface="Arial Nova Light"/>
              </a:rPr>
              <a:t>This project follows the CRISP-DM (Cross-Industry Standard Process for Data Mining) methodology. This includes steps like data understanding, preparation, modeling, and evaluation.</a:t>
            </a:r>
          </a:p>
          <a:p>
            <a:pPr algn="just">
              <a:lnSpc>
                <a:spcPct val="107000"/>
              </a:lnSpc>
              <a:spcAft>
                <a:spcPts val="800"/>
              </a:spcAft>
            </a:pPr>
            <a:r>
              <a:rPr lang="en-IE" sz="1550" spc="-1" dirty="0">
                <a:solidFill>
                  <a:prstClr val="black"/>
                </a:solidFill>
                <a:latin typeface="Arial Nova Light"/>
              </a:rPr>
              <a:t>The CRISP-DM method provides a structured approach to analyzing and modeling the wage gap, focusing on discovering key patterns and making reliable predictions. (Shearer, 2000)</a:t>
            </a:r>
          </a:p>
        </p:txBody>
      </p:sp>
      <p:graphicFrame>
        <p:nvGraphicFramePr>
          <p:cNvPr id="1143" name="Diagram 1142">
            <a:extLst>
              <a:ext uri="{FF2B5EF4-FFF2-40B4-BE49-F238E27FC236}">
                <a16:creationId xmlns:a16="http://schemas.microsoft.com/office/drawing/2014/main" id="{CCFA6440-4B46-B8E8-7920-FA4C466FAF6C}"/>
              </a:ext>
            </a:extLst>
          </p:cNvPr>
          <p:cNvGraphicFramePr/>
          <p:nvPr>
            <p:extLst>
              <p:ext uri="{D42A27DB-BD31-4B8C-83A1-F6EECF244321}">
                <p14:modId xmlns:p14="http://schemas.microsoft.com/office/powerpoint/2010/main" val="796273219"/>
              </p:ext>
            </p:extLst>
          </p:nvPr>
        </p:nvGraphicFramePr>
        <p:xfrm>
          <a:off x="15420625" y="13049470"/>
          <a:ext cx="6527104" cy="2116429"/>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75" name="TextBox 26">
            <a:extLst>
              <a:ext uri="{FF2B5EF4-FFF2-40B4-BE49-F238E27FC236}">
                <a16:creationId xmlns:a16="http://schemas.microsoft.com/office/drawing/2014/main" id="{75B90155-7512-ECBD-7F62-18FB7A8DB8D6}"/>
              </a:ext>
            </a:extLst>
          </p:cNvPr>
          <p:cNvSpPr txBox="1"/>
          <p:nvPr/>
        </p:nvSpPr>
        <p:spPr>
          <a:xfrm>
            <a:off x="22558467" y="603050"/>
            <a:ext cx="5342838" cy="590162"/>
          </a:xfrm>
          <a:prstGeom prst="rect">
            <a:avLst/>
          </a:prstGeom>
        </p:spPr>
        <p:txBody>
          <a:bodyPr wrap="square" lIns="0" tIns="0" rIns="0" bIns="0" rtlCol="0" anchor="t">
            <a:spAutoFit/>
          </a:bodyPr>
          <a:lstStyle/>
          <a:p>
            <a:pPr defTabSz="593844">
              <a:lnSpc>
                <a:spcPts val="4222"/>
              </a:lnSpc>
              <a:spcBef>
                <a:spcPct val="0"/>
              </a:spcBef>
            </a:pPr>
            <a:endParaRPr lang="en-US" sz="5500" b="1" spc="100" dirty="0">
              <a:solidFill>
                <a:srgbClr val="35A8C9"/>
              </a:solidFill>
              <a:latin typeface="Space Mono" panose="020B0604020202020204" charset="0"/>
            </a:endParaRPr>
          </a:p>
        </p:txBody>
      </p:sp>
      <p:sp>
        <p:nvSpPr>
          <p:cNvPr id="1159" name="TextBox 99">
            <a:extLst>
              <a:ext uri="{FF2B5EF4-FFF2-40B4-BE49-F238E27FC236}">
                <a16:creationId xmlns:a16="http://schemas.microsoft.com/office/drawing/2014/main" id="{5BBA2DCA-8468-E004-9560-A2B2C378F1BA}"/>
              </a:ext>
            </a:extLst>
          </p:cNvPr>
          <p:cNvSpPr txBox="1"/>
          <p:nvPr/>
        </p:nvSpPr>
        <p:spPr>
          <a:xfrm>
            <a:off x="22632424" y="18090427"/>
            <a:ext cx="6986847" cy="2970044"/>
          </a:xfrm>
          <a:prstGeom prst="rect">
            <a:avLst/>
          </a:prstGeom>
        </p:spPr>
        <p:txBody>
          <a:bodyPr wrap="square" lIns="0" tIns="0" rIns="0" bIns="0" rtlCol="0" anchor="t">
            <a:spAutoFit/>
          </a:bodyPr>
          <a:lstStyle/>
          <a:p>
            <a:pPr algn="ctr"/>
            <a:r>
              <a:rPr lang="en-US" sz="1800" dirty="0">
                <a:solidFill>
                  <a:srgbClr val="804440"/>
                </a:solidFill>
                <a:latin typeface="Barlow Medium"/>
              </a:rPr>
              <a:t>References</a:t>
            </a:r>
          </a:p>
          <a:p>
            <a:pPr algn="r"/>
            <a:endParaRPr lang="en-US" sz="1000" spc="-1" dirty="0">
              <a:solidFill>
                <a:prstClr val="black"/>
              </a:solidFill>
              <a:latin typeface="Arial Nova Light"/>
            </a:endParaRPr>
          </a:p>
          <a:p>
            <a:pPr marL="171450" indent="-171450" algn="just">
              <a:buFont typeface="Arial" panose="020B0604020202020204" pitchFamily="34" charset="0"/>
              <a:buChar char="•"/>
            </a:pPr>
            <a:r>
              <a:rPr lang="en-US" sz="1450" spc="-1" dirty="0">
                <a:solidFill>
                  <a:prstClr val="black"/>
                </a:solidFill>
                <a:latin typeface="Arial Nova Light"/>
              </a:rPr>
              <a:t>Shearer, C. (2000). The CRISP-DM model: the new blueprint for data mining. Journal of Data Warehousing, 5(4), 13–22.</a:t>
            </a:r>
          </a:p>
          <a:p>
            <a:pPr marL="171450" indent="-171450" algn="just">
              <a:buFont typeface="Arial" panose="020B0604020202020204" pitchFamily="34" charset="0"/>
              <a:buChar char="•"/>
            </a:pPr>
            <a:r>
              <a:rPr lang="en-US" sz="1450" spc="-1" dirty="0">
                <a:solidFill>
                  <a:prstClr val="black"/>
                </a:solidFill>
                <a:latin typeface="Arial Nova Light"/>
              </a:rPr>
              <a:t>Chen, Y. &amp; Zhang, R. (2021). Research on Credit Card Default Prediction Based on k-Means SMOTE and BP Neural Network. Complexity, 2021, Article ID 6618841.</a:t>
            </a:r>
          </a:p>
          <a:p>
            <a:pPr marL="171450" indent="-171450" algn="just">
              <a:buFont typeface="Arial" panose="020B0604020202020204" pitchFamily="34" charset="0"/>
              <a:buChar char="•"/>
            </a:pPr>
            <a:r>
              <a:rPr lang="en-US" sz="1450" spc="-1" dirty="0">
                <a:solidFill>
                  <a:prstClr val="black"/>
                </a:solidFill>
                <a:latin typeface="Arial Nova Light"/>
              </a:rPr>
              <a:t>Yeh, I.-C. &amp; Lien, C.-H. (2009). The comparisons of data mining techniques for the predictive accuracy of probability of default of credit card clients. Expert Systems with Applications, 36(2), pp. 2473–2480.</a:t>
            </a:r>
          </a:p>
          <a:p>
            <a:pPr marL="171450" indent="-171450" algn="just">
              <a:buFont typeface="Arial" panose="020B0604020202020204" pitchFamily="34" charset="0"/>
              <a:buChar char="•"/>
            </a:pPr>
            <a:r>
              <a:rPr lang="en-US" sz="1450" spc="-1" dirty="0" err="1">
                <a:solidFill>
                  <a:prstClr val="black"/>
                </a:solidFill>
                <a:latin typeface="Arial Nova Light"/>
              </a:rPr>
              <a:t>Kohavi</a:t>
            </a:r>
            <a:r>
              <a:rPr lang="en-US" sz="1450" spc="-1" dirty="0">
                <a:solidFill>
                  <a:prstClr val="black"/>
                </a:solidFill>
                <a:latin typeface="Arial Nova Light"/>
              </a:rPr>
              <a:t>, R. (1995). A Study of Cross-Validation and Bootstrap for Accuracy Estimation and Model Selection. IJCAI.</a:t>
            </a:r>
          </a:p>
          <a:p>
            <a:pPr marL="171450" indent="-171450" algn="just">
              <a:buFont typeface="Arial" panose="020B0604020202020204" pitchFamily="34" charset="0"/>
              <a:buChar char="•"/>
            </a:pPr>
            <a:r>
              <a:rPr lang="en-US" sz="1450" spc="-1" dirty="0">
                <a:solidFill>
                  <a:prstClr val="black"/>
                </a:solidFill>
                <a:latin typeface="Arial Nova Light"/>
              </a:rPr>
              <a:t>Kubat, M. (2017). An Introduction to Machine Learning. 2nd ed. Cham: Springer.</a:t>
            </a:r>
          </a:p>
          <a:p>
            <a:pPr marL="171450" indent="-171450" algn="just">
              <a:buFont typeface="Arial" panose="020B0604020202020204" pitchFamily="34" charset="0"/>
              <a:buChar char="•"/>
            </a:pPr>
            <a:endParaRPr lang="en-US" sz="1000" spc="-1" dirty="0">
              <a:solidFill>
                <a:prstClr val="black"/>
              </a:solidFill>
              <a:latin typeface="Arial Nova Light"/>
            </a:endParaRPr>
          </a:p>
          <a:p>
            <a:pPr algn="just"/>
            <a:endParaRPr lang="en-US" sz="1000" spc="-1" dirty="0">
              <a:solidFill>
                <a:prstClr val="black"/>
              </a:solidFill>
              <a:latin typeface="Arial Nova Light"/>
            </a:endParaRPr>
          </a:p>
        </p:txBody>
      </p:sp>
      <p:sp>
        <p:nvSpPr>
          <p:cNvPr id="1171" name="TextBox 94">
            <a:extLst>
              <a:ext uri="{FF2B5EF4-FFF2-40B4-BE49-F238E27FC236}">
                <a16:creationId xmlns:a16="http://schemas.microsoft.com/office/drawing/2014/main" id="{29790CE7-B1CE-D741-1F3C-1DDD04ACBB7A}"/>
              </a:ext>
            </a:extLst>
          </p:cNvPr>
          <p:cNvSpPr txBox="1"/>
          <p:nvPr/>
        </p:nvSpPr>
        <p:spPr>
          <a:xfrm>
            <a:off x="384919" y="11604233"/>
            <a:ext cx="4548864" cy="325089"/>
          </a:xfrm>
          <a:prstGeom prst="rect">
            <a:avLst/>
          </a:prstGeom>
        </p:spPr>
        <p:txBody>
          <a:bodyPr lIns="0" tIns="0" rIns="0" bIns="0" rtlCol="0" anchor="t">
            <a:spAutoFit/>
          </a:bodyPr>
          <a:lstStyle/>
          <a:p>
            <a:pPr defTabSz="593844">
              <a:lnSpc>
                <a:spcPts val="2533"/>
              </a:lnSpc>
              <a:spcBef>
                <a:spcPct val="0"/>
              </a:spcBef>
            </a:pPr>
            <a:r>
              <a:rPr lang="en-US" sz="2500" b="1" spc="-58" dirty="0">
                <a:solidFill>
                  <a:srgbClr val="F5EDE1"/>
                </a:solidFill>
                <a:latin typeface="Space Mono" panose="02000509040000020004" charset="0"/>
              </a:rPr>
              <a:t>Research Question</a:t>
            </a:r>
          </a:p>
        </p:txBody>
      </p:sp>
      <p:sp>
        <p:nvSpPr>
          <p:cNvPr id="1172" name="TextBox 95">
            <a:extLst>
              <a:ext uri="{FF2B5EF4-FFF2-40B4-BE49-F238E27FC236}">
                <a16:creationId xmlns:a16="http://schemas.microsoft.com/office/drawing/2014/main" id="{9825B2E1-622D-0D1E-B0DC-0D34DC1ADB54}"/>
              </a:ext>
            </a:extLst>
          </p:cNvPr>
          <p:cNvSpPr txBox="1"/>
          <p:nvPr/>
        </p:nvSpPr>
        <p:spPr>
          <a:xfrm>
            <a:off x="366257" y="12282042"/>
            <a:ext cx="6723262" cy="3145092"/>
          </a:xfrm>
          <a:prstGeom prst="rect">
            <a:avLst/>
          </a:prstGeom>
        </p:spPr>
        <p:txBody>
          <a:bodyPr wrap="square" lIns="0" tIns="0" rIns="0" bIns="0" rtlCol="0" anchor="t">
            <a:spAutoFit/>
          </a:bodyPr>
          <a:lstStyle/>
          <a:p>
            <a:pPr algn="just" defTabSz="593844">
              <a:lnSpc>
                <a:spcPts val="1909"/>
              </a:lnSpc>
              <a:spcBef>
                <a:spcPct val="0"/>
              </a:spcBef>
            </a:pPr>
            <a:r>
              <a:rPr lang="en-US" sz="1500" dirty="0">
                <a:solidFill>
                  <a:srgbClr val="FFFFFF"/>
                </a:solidFill>
                <a:latin typeface="Barlow Medium"/>
              </a:rPr>
              <a:t>The following research questions guide the focus of this study:</a:t>
            </a:r>
          </a:p>
          <a:p>
            <a:pPr algn="just" defTabSz="593844">
              <a:lnSpc>
                <a:spcPts val="1909"/>
              </a:lnSpc>
              <a:spcBef>
                <a:spcPct val="0"/>
              </a:spcBef>
            </a:pPr>
            <a:endParaRPr lang="en-US" sz="1500" dirty="0">
              <a:solidFill>
                <a:srgbClr val="FFFFFF"/>
              </a:solidFill>
              <a:latin typeface="Barlow Medium"/>
            </a:endParaRPr>
          </a:p>
          <a:p>
            <a:pPr marL="285750" indent="-285750" algn="just" defTabSz="593844">
              <a:lnSpc>
                <a:spcPts val="1909"/>
              </a:lnSpc>
              <a:spcBef>
                <a:spcPct val="0"/>
              </a:spcBef>
              <a:buFont typeface="Arial" panose="020B0604020202020204" pitchFamily="34" charset="0"/>
              <a:buChar char="•"/>
            </a:pPr>
            <a:r>
              <a:rPr lang="en-US" sz="1500" dirty="0">
                <a:solidFill>
                  <a:srgbClr val="FFFFFF"/>
                </a:solidFill>
                <a:latin typeface="Barlow Medium"/>
              </a:rPr>
              <a:t>Can we accurately predict credit card default using machine learning?</a:t>
            </a:r>
          </a:p>
          <a:p>
            <a:pPr marL="285750" indent="-285750" algn="just" defTabSz="593844">
              <a:lnSpc>
                <a:spcPts val="1909"/>
              </a:lnSpc>
              <a:spcBef>
                <a:spcPct val="0"/>
              </a:spcBef>
              <a:buFont typeface="Arial" panose="020B0604020202020204" pitchFamily="34" charset="0"/>
              <a:buChar char="•"/>
            </a:pPr>
            <a:r>
              <a:rPr lang="en-US" sz="1500" dirty="0">
                <a:solidFill>
                  <a:srgbClr val="FFFFFF"/>
                </a:solidFill>
                <a:latin typeface="Barlow Medium"/>
              </a:rPr>
              <a:t>Which features are the most important predictors of default?</a:t>
            </a:r>
          </a:p>
          <a:p>
            <a:pPr marL="285750" indent="-285750" algn="just" defTabSz="593844">
              <a:lnSpc>
                <a:spcPts val="1909"/>
              </a:lnSpc>
              <a:spcBef>
                <a:spcPct val="0"/>
              </a:spcBef>
              <a:buFont typeface="Arial" panose="020B0604020202020204" pitchFamily="34" charset="0"/>
              <a:buChar char="•"/>
            </a:pPr>
            <a:r>
              <a:rPr lang="en-US" sz="1500" dirty="0">
                <a:solidFill>
                  <a:srgbClr val="FFFFFF"/>
                </a:solidFill>
                <a:latin typeface="Barlow Medium"/>
              </a:rPr>
              <a:t>Which algorithm performs best in </a:t>
            </a:r>
            <a:r>
              <a:rPr lang="en-US" sz="1500">
                <a:solidFill>
                  <a:srgbClr val="FFFFFF"/>
                </a:solidFill>
                <a:latin typeface="Barlow Medium"/>
              </a:rPr>
              <a:t>this task Logistic </a:t>
            </a:r>
            <a:r>
              <a:rPr lang="en-US" sz="1500" dirty="0">
                <a:solidFill>
                  <a:srgbClr val="FFFFFF"/>
                </a:solidFill>
                <a:latin typeface="Barlow Medium"/>
              </a:rPr>
              <a:t>Regression, KNN, or Random Forest?</a:t>
            </a:r>
          </a:p>
          <a:p>
            <a:pPr marL="285750" indent="-285750" algn="just" defTabSz="593844">
              <a:lnSpc>
                <a:spcPts val="1909"/>
              </a:lnSpc>
              <a:spcBef>
                <a:spcPct val="0"/>
              </a:spcBef>
              <a:buFont typeface="Arial" panose="020B0604020202020204" pitchFamily="34" charset="0"/>
              <a:buChar char="•"/>
            </a:pPr>
            <a:r>
              <a:rPr lang="en-US" sz="1500" dirty="0">
                <a:solidFill>
                  <a:srgbClr val="FFFFFF"/>
                </a:solidFill>
                <a:latin typeface="Barlow Medium"/>
              </a:rPr>
              <a:t>How can these results support better financial risk management?</a:t>
            </a:r>
          </a:p>
          <a:p>
            <a:pPr marL="285750" indent="-285750" algn="just" defTabSz="593844">
              <a:lnSpc>
                <a:spcPts val="1909"/>
              </a:lnSpc>
              <a:spcBef>
                <a:spcPct val="0"/>
              </a:spcBef>
              <a:buFont typeface="Arial" panose="020B0604020202020204" pitchFamily="34" charset="0"/>
              <a:buChar char="•"/>
            </a:pPr>
            <a:endParaRPr lang="en-US" sz="1500" dirty="0">
              <a:solidFill>
                <a:srgbClr val="FFFFFF"/>
              </a:solidFill>
              <a:latin typeface="Barlow Medium"/>
            </a:endParaRPr>
          </a:p>
          <a:p>
            <a:pPr marL="285750" indent="-285750" algn="just" defTabSz="593844">
              <a:lnSpc>
                <a:spcPts val="1909"/>
              </a:lnSpc>
              <a:spcBef>
                <a:spcPct val="0"/>
              </a:spcBef>
              <a:buFont typeface="Arial" panose="020B0604020202020204" pitchFamily="34" charset="0"/>
              <a:buChar char="•"/>
            </a:pPr>
            <a:endParaRPr lang="en-US" sz="1500" dirty="0">
              <a:solidFill>
                <a:srgbClr val="FFFFFF"/>
              </a:solidFill>
              <a:latin typeface="Barlow Medium"/>
            </a:endParaRPr>
          </a:p>
          <a:p>
            <a:pPr marL="285750" indent="-285750" algn="just" defTabSz="593844">
              <a:lnSpc>
                <a:spcPts val="1909"/>
              </a:lnSpc>
              <a:spcBef>
                <a:spcPct val="0"/>
              </a:spcBef>
              <a:buFont typeface="Arial" panose="020B0604020202020204" pitchFamily="34" charset="0"/>
              <a:buChar char="•"/>
            </a:pPr>
            <a:endParaRPr lang="en-US" sz="1500" dirty="0">
              <a:solidFill>
                <a:srgbClr val="FFFFFF"/>
              </a:solidFill>
              <a:latin typeface="Barlow Medium"/>
            </a:endParaRPr>
          </a:p>
          <a:p>
            <a:pPr marL="285750" indent="-285750" algn="just" defTabSz="593844">
              <a:lnSpc>
                <a:spcPts val="1909"/>
              </a:lnSpc>
              <a:spcBef>
                <a:spcPct val="0"/>
              </a:spcBef>
              <a:buFont typeface="Arial" panose="020B0604020202020204" pitchFamily="34" charset="0"/>
              <a:buChar char="•"/>
            </a:pPr>
            <a:endParaRPr lang="en-US" sz="1500" dirty="0">
              <a:solidFill>
                <a:srgbClr val="FFFFFF"/>
              </a:solidFill>
              <a:latin typeface="Barlow Medium"/>
            </a:endParaRPr>
          </a:p>
          <a:p>
            <a:pPr marL="285750" indent="-285750" algn="just" defTabSz="593844">
              <a:lnSpc>
                <a:spcPts val="1909"/>
              </a:lnSpc>
              <a:spcBef>
                <a:spcPct val="0"/>
              </a:spcBef>
              <a:buFont typeface="Arial" panose="020B0604020202020204" pitchFamily="34" charset="0"/>
              <a:buChar char="•"/>
            </a:pPr>
            <a:endParaRPr lang="en-US" sz="1500" dirty="0">
              <a:solidFill>
                <a:srgbClr val="FFFFFF"/>
              </a:solidFill>
              <a:latin typeface="Barlow Medium"/>
            </a:endParaRPr>
          </a:p>
          <a:p>
            <a:pPr marL="285750" indent="-285750" algn="just" defTabSz="593844">
              <a:lnSpc>
                <a:spcPts val="1909"/>
              </a:lnSpc>
              <a:spcBef>
                <a:spcPct val="0"/>
              </a:spcBef>
              <a:buFont typeface="Arial" panose="020B0604020202020204" pitchFamily="34" charset="0"/>
              <a:buChar char="•"/>
            </a:pPr>
            <a:endParaRPr lang="en-US" sz="1500" dirty="0">
              <a:solidFill>
                <a:srgbClr val="FFFFFF"/>
              </a:solidFill>
              <a:latin typeface="Barlow Medium"/>
            </a:endParaRPr>
          </a:p>
        </p:txBody>
      </p:sp>
      <p:sp>
        <p:nvSpPr>
          <p:cNvPr id="1173" name="TextBox 97">
            <a:extLst>
              <a:ext uri="{FF2B5EF4-FFF2-40B4-BE49-F238E27FC236}">
                <a16:creationId xmlns:a16="http://schemas.microsoft.com/office/drawing/2014/main" id="{F50D747F-24DF-B171-6310-AB6F92E9738E}"/>
              </a:ext>
            </a:extLst>
          </p:cNvPr>
          <p:cNvSpPr txBox="1"/>
          <p:nvPr/>
        </p:nvSpPr>
        <p:spPr>
          <a:xfrm>
            <a:off x="15211074" y="935860"/>
            <a:ext cx="6897074" cy="4219425"/>
          </a:xfrm>
          <a:prstGeom prst="rect">
            <a:avLst/>
          </a:prstGeom>
        </p:spPr>
        <p:txBody>
          <a:bodyPr wrap="square" lIns="0" tIns="0" rIns="0" bIns="0" rtlCol="0" anchor="t">
            <a:spAutoFit/>
          </a:bodyPr>
          <a:lstStyle/>
          <a:p>
            <a:pPr marL="285750" indent="-285750" algn="just">
              <a:lnSpc>
                <a:spcPct val="107000"/>
              </a:lnSpc>
              <a:spcAft>
                <a:spcPts val="800"/>
              </a:spcAft>
              <a:buFont typeface="Arial" panose="020B0604020202020204" pitchFamily="34" charset="0"/>
              <a:buChar char="•"/>
            </a:pPr>
            <a:r>
              <a:rPr lang="en-US" sz="1550" spc="-1" dirty="0">
                <a:solidFill>
                  <a:prstClr val="black"/>
                </a:solidFill>
                <a:latin typeface="Arial Nova Light"/>
              </a:rPr>
              <a:t>Data Cleaning: No missing values and 35 duplicates were identified and removed. Outliers were treated using the Interquartile Range (IQR) and clipping method, and unrealistic negative bill amounts were removed to ensure data consistency.</a:t>
            </a:r>
          </a:p>
          <a:p>
            <a:pPr marL="285750" indent="-285750" algn="just">
              <a:lnSpc>
                <a:spcPct val="107000"/>
              </a:lnSpc>
              <a:spcAft>
                <a:spcPts val="800"/>
              </a:spcAft>
              <a:buFont typeface="Arial" panose="020B0604020202020204" pitchFamily="34" charset="0"/>
              <a:buChar char="•"/>
            </a:pPr>
            <a:r>
              <a:rPr lang="en-US" sz="1550" spc="-1" dirty="0">
                <a:solidFill>
                  <a:prstClr val="black"/>
                </a:solidFill>
                <a:latin typeface="Arial Nova Light"/>
              </a:rPr>
              <a:t>Feature Selection: Key predictors such as payment history, bill amounts, and credit limit were examined through correlation analysis to identify the most influential variables for modeling.</a:t>
            </a:r>
          </a:p>
          <a:p>
            <a:pPr marL="285750" indent="-285750" algn="just">
              <a:lnSpc>
                <a:spcPct val="107000"/>
              </a:lnSpc>
              <a:spcAft>
                <a:spcPts val="800"/>
              </a:spcAft>
              <a:buFont typeface="Arial" panose="020B0604020202020204" pitchFamily="34" charset="0"/>
              <a:buChar char="•"/>
            </a:pPr>
            <a:r>
              <a:rPr lang="en-US" sz="1550" spc="-1" dirty="0">
                <a:solidFill>
                  <a:prstClr val="black"/>
                </a:solidFill>
                <a:latin typeface="Arial Nova Light"/>
              </a:rPr>
              <a:t>Balancing the Data: The target variable was highly imbalanced, so SMOTE was applied to generate synthetic samples for the minority class and create a more balanced dataset for training.</a:t>
            </a:r>
          </a:p>
          <a:p>
            <a:pPr marL="285750" indent="-285750" algn="just">
              <a:lnSpc>
                <a:spcPct val="107000"/>
              </a:lnSpc>
              <a:spcAft>
                <a:spcPts val="800"/>
              </a:spcAft>
              <a:buFont typeface="Arial" panose="020B0604020202020204" pitchFamily="34" charset="0"/>
              <a:buChar char="•"/>
            </a:pPr>
            <a:r>
              <a:rPr lang="en-US" sz="1550" spc="-1" dirty="0">
                <a:solidFill>
                  <a:prstClr val="black"/>
                </a:solidFill>
                <a:latin typeface="Arial Nova Light"/>
              </a:rPr>
              <a:t>Feature Engineering: Categorical variables such as sex, education level, and marital status were encoded into numerical formats for compatibility with machine learning algorithms. Numerical features were standardized using </a:t>
            </a:r>
            <a:r>
              <a:rPr lang="en-US" sz="1550" spc="-1" dirty="0" err="1">
                <a:solidFill>
                  <a:prstClr val="black"/>
                </a:solidFill>
                <a:latin typeface="Arial Nova Light"/>
              </a:rPr>
              <a:t>StandardScaler</a:t>
            </a:r>
            <a:r>
              <a:rPr lang="en-US" sz="1550" spc="-1" dirty="0">
                <a:solidFill>
                  <a:prstClr val="black"/>
                </a:solidFill>
                <a:latin typeface="Arial Nova Light"/>
              </a:rPr>
              <a:t> to ensure equal weighting across models. (</a:t>
            </a:r>
            <a:r>
              <a:rPr lang="en-US" sz="1550" spc="-1" dirty="0" err="1">
                <a:solidFill>
                  <a:prstClr val="black"/>
                </a:solidFill>
                <a:latin typeface="Arial Nova Light"/>
              </a:rPr>
              <a:t>Kohavi</a:t>
            </a:r>
            <a:r>
              <a:rPr lang="en-US" sz="1550" spc="-1" dirty="0">
                <a:solidFill>
                  <a:prstClr val="black"/>
                </a:solidFill>
                <a:latin typeface="Arial Nova Light"/>
              </a:rPr>
              <a:t>, 1995)</a:t>
            </a:r>
          </a:p>
          <a:p>
            <a:pPr marL="285750" indent="-285750" algn="just">
              <a:lnSpc>
                <a:spcPct val="107000"/>
              </a:lnSpc>
              <a:spcAft>
                <a:spcPts val="800"/>
              </a:spcAft>
              <a:buFont typeface="Arial" panose="020B0604020202020204" pitchFamily="34" charset="0"/>
              <a:buChar char="•"/>
            </a:pPr>
            <a:endParaRPr lang="en-IE" sz="1550" spc="-1" dirty="0">
              <a:solidFill>
                <a:prstClr val="black"/>
              </a:solidFill>
              <a:latin typeface="Arial Nova Light"/>
            </a:endParaRPr>
          </a:p>
        </p:txBody>
      </p:sp>
      <p:sp>
        <p:nvSpPr>
          <p:cNvPr id="1188" name="TextBox 99">
            <a:extLst>
              <a:ext uri="{FF2B5EF4-FFF2-40B4-BE49-F238E27FC236}">
                <a16:creationId xmlns:a16="http://schemas.microsoft.com/office/drawing/2014/main" id="{E47756D8-848C-B350-E944-EE3ECCA1FD8E}"/>
              </a:ext>
            </a:extLst>
          </p:cNvPr>
          <p:cNvSpPr txBox="1"/>
          <p:nvPr/>
        </p:nvSpPr>
        <p:spPr>
          <a:xfrm>
            <a:off x="15317351" y="10414207"/>
            <a:ext cx="6911977" cy="2215991"/>
          </a:xfrm>
          <a:prstGeom prst="rect">
            <a:avLst/>
          </a:prstGeom>
        </p:spPr>
        <p:txBody>
          <a:bodyPr wrap="square" lIns="0" tIns="0" rIns="0" bIns="0" rtlCol="0" anchor="t">
            <a:spAutoFit/>
          </a:bodyPr>
          <a:lstStyle/>
          <a:p>
            <a:pPr algn="just">
              <a:spcAft>
                <a:spcPts val="800"/>
              </a:spcAft>
            </a:pPr>
            <a:r>
              <a:rPr lang="en-US" sz="1600" spc="-1" dirty="0">
                <a:solidFill>
                  <a:prstClr val="black"/>
                </a:solidFill>
                <a:latin typeface="Arial Nova Light"/>
              </a:rPr>
              <a:t>Three supervised Machine Learning models : Logistic Regression, K-Nearest Neighbors (KNN), and Random Forest Classifier were developed to predict credit card default using the cleaned, balanced, and scaled dataset. Each model was first trained with default hyperparameters to establish baseline performance, followed by 5-fold stratified cross-validation to obtain more reliable accuracy estimates. </a:t>
            </a:r>
            <a:r>
              <a:rPr lang="en-US" sz="1600" spc="-1" dirty="0" err="1">
                <a:solidFill>
                  <a:prstClr val="black"/>
                </a:solidFill>
                <a:latin typeface="Arial Nova Light"/>
              </a:rPr>
              <a:t>GridSearchCV</a:t>
            </a:r>
            <a:r>
              <a:rPr lang="en-US" sz="1600" spc="-1" dirty="0">
                <a:solidFill>
                  <a:prstClr val="black"/>
                </a:solidFill>
                <a:latin typeface="Arial Nova Light"/>
              </a:rPr>
              <a:t> was then applied to tune the hyperparameters and improve model performance. Finally, the models were evaluated and compared using key metrics such as Accuracy, Precision, Recall, and F1-score to identify the best-performing approach</a:t>
            </a:r>
            <a:r>
              <a:rPr lang="en-US" sz="1400" spc="-1" dirty="0">
                <a:solidFill>
                  <a:prstClr val="black"/>
                </a:solidFill>
                <a:latin typeface="Arial Nova Light"/>
              </a:rPr>
              <a:t>.</a:t>
            </a:r>
            <a:endParaRPr lang="en-IE" sz="1400" spc="-1" dirty="0">
              <a:solidFill>
                <a:prstClr val="black"/>
              </a:solidFill>
              <a:latin typeface="Arial Nova Light"/>
            </a:endParaRPr>
          </a:p>
        </p:txBody>
      </p:sp>
      <p:grpSp>
        <p:nvGrpSpPr>
          <p:cNvPr id="1189" name="Group 1188">
            <a:extLst>
              <a:ext uri="{FF2B5EF4-FFF2-40B4-BE49-F238E27FC236}">
                <a16:creationId xmlns:a16="http://schemas.microsoft.com/office/drawing/2014/main" id="{6ABD0937-11C0-345A-D339-699C8158EF76}"/>
              </a:ext>
            </a:extLst>
          </p:cNvPr>
          <p:cNvGrpSpPr/>
          <p:nvPr/>
        </p:nvGrpSpPr>
        <p:grpSpPr>
          <a:xfrm>
            <a:off x="15723086" y="9113054"/>
            <a:ext cx="4419191" cy="1091517"/>
            <a:chOff x="15852060" y="5706269"/>
            <a:chExt cx="4419191" cy="1091517"/>
          </a:xfrm>
        </p:grpSpPr>
        <p:sp>
          <p:nvSpPr>
            <p:cNvPr id="1193" name="TextBox 25">
              <a:extLst>
                <a:ext uri="{FF2B5EF4-FFF2-40B4-BE49-F238E27FC236}">
                  <a16:creationId xmlns:a16="http://schemas.microsoft.com/office/drawing/2014/main" id="{249EFE88-D4C9-D8A1-65C2-653DB451805C}"/>
                </a:ext>
              </a:extLst>
            </p:cNvPr>
            <p:cNvSpPr txBox="1"/>
            <p:nvPr/>
          </p:nvSpPr>
          <p:spPr>
            <a:xfrm>
              <a:off x="15852060" y="5950029"/>
              <a:ext cx="614708" cy="552908"/>
            </a:xfrm>
            <a:prstGeom prst="rect">
              <a:avLst/>
            </a:prstGeom>
          </p:spPr>
          <p:txBody>
            <a:bodyPr lIns="0" tIns="0" rIns="0" bIns="0" rtlCol="0" anchor="t">
              <a:spAutoFit/>
            </a:bodyPr>
            <a:lstStyle/>
            <a:p>
              <a:pPr algn="ctr" defTabSz="593844">
                <a:lnSpc>
                  <a:spcPts val="4222"/>
                </a:lnSpc>
                <a:spcBef>
                  <a:spcPct val="0"/>
                </a:spcBef>
              </a:pPr>
              <a:endParaRPr lang="en-US" sz="4400" b="1" spc="-97" dirty="0">
                <a:solidFill>
                  <a:srgbClr val="4B1A18"/>
                </a:solidFill>
                <a:latin typeface="Space Mono" panose="020B0604020202020204" charset="0"/>
              </a:endParaRPr>
            </a:p>
          </p:txBody>
        </p:sp>
        <p:sp>
          <p:nvSpPr>
            <p:cNvPr id="1191" name="TextBox 26">
              <a:extLst>
                <a:ext uri="{FF2B5EF4-FFF2-40B4-BE49-F238E27FC236}">
                  <a16:creationId xmlns:a16="http://schemas.microsoft.com/office/drawing/2014/main" id="{FA29581A-4309-AFE7-600D-ECCB93F9A837}"/>
                </a:ext>
              </a:extLst>
            </p:cNvPr>
            <p:cNvSpPr txBox="1"/>
            <p:nvPr/>
          </p:nvSpPr>
          <p:spPr>
            <a:xfrm>
              <a:off x="16833483" y="5706269"/>
              <a:ext cx="3437768" cy="1091517"/>
            </a:xfrm>
            <a:prstGeom prst="rect">
              <a:avLst/>
            </a:prstGeom>
          </p:spPr>
          <p:txBody>
            <a:bodyPr wrap="square" lIns="0" tIns="0" rIns="0" bIns="0" rtlCol="0" anchor="t">
              <a:spAutoFit/>
            </a:bodyPr>
            <a:lstStyle/>
            <a:p>
              <a:pPr defTabSz="593844">
                <a:lnSpc>
                  <a:spcPts val="4222"/>
                </a:lnSpc>
                <a:spcBef>
                  <a:spcPct val="0"/>
                </a:spcBef>
              </a:pPr>
              <a:r>
                <a:rPr lang="en-US" sz="4400" b="1" spc="100" dirty="0">
                  <a:solidFill>
                    <a:srgbClr val="4B1A18"/>
                  </a:solidFill>
                  <a:latin typeface="Space Mono" panose="020B0604020202020204" charset="0"/>
                </a:rPr>
                <a:t>MODELLING </a:t>
              </a:r>
            </a:p>
            <a:p>
              <a:pPr defTabSz="593844">
                <a:lnSpc>
                  <a:spcPts val="4222"/>
                </a:lnSpc>
                <a:spcBef>
                  <a:spcPct val="0"/>
                </a:spcBef>
              </a:pPr>
              <a:r>
                <a:rPr lang="en-US" sz="4400" b="1" spc="100" dirty="0">
                  <a:solidFill>
                    <a:srgbClr val="4B1A18"/>
                  </a:solidFill>
                  <a:latin typeface="Space Mono" panose="020B0604020202020204" charset="0"/>
                </a:rPr>
                <a:t>TECHNIQUES</a:t>
              </a:r>
            </a:p>
          </p:txBody>
        </p:sp>
      </p:grpSp>
      <p:sp>
        <p:nvSpPr>
          <p:cNvPr id="1208" name="TextBox 97">
            <a:extLst>
              <a:ext uri="{FF2B5EF4-FFF2-40B4-BE49-F238E27FC236}">
                <a16:creationId xmlns:a16="http://schemas.microsoft.com/office/drawing/2014/main" id="{1894DA68-2448-AEBE-9429-F711DFA04C0C}"/>
              </a:ext>
            </a:extLst>
          </p:cNvPr>
          <p:cNvSpPr txBox="1"/>
          <p:nvPr/>
        </p:nvSpPr>
        <p:spPr>
          <a:xfrm>
            <a:off x="22534529" y="880219"/>
            <a:ext cx="6986847" cy="3661580"/>
          </a:xfrm>
          <a:prstGeom prst="rect">
            <a:avLst/>
          </a:prstGeom>
        </p:spPr>
        <p:txBody>
          <a:bodyPr wrap="square" lIns="0" tIns="0" rIns="0" bIns="0" rtlCol="0" anchor="t">
            <a:spAutoFit/>
          </a:bodyPr>
          <a:lstStyle/>
          <a:p>
            <a:pPr algn="just" defTabSz="593844">
              <a:lnSpc>
                <a:spcPts val="2364"/>
              </a:lnSpc>
              <a:spcBef>
                <a:spcPct val="0"/>
              </a:spcBef>
            </a:pPr>
            <a:r>
              <a:rPr lang="en-US" sz="1550" spc="-1" dirty="0">
                <a:solidFill>
                  <a:prstClr val="black"/>
                </a:solidFill>
                <a:latin typeface="Arial Nova Light"/>
              </a:rPr>
              <a:t>In predictive modeling, the Random Forest Classifier delivered the strongest overall performance, achieving the highest balance between precision, recall, and F1-score after hyperparameter tuning. K-Nearest Neighbors (KNN) also performed well with k=5, reaching strong recall scores, while Logistic Regression provided stable but lower predictive performance. These results highlight Random Forest as the most reliable model for identifying customers likely to default.</a:t>
            </a:r>
          </a:p>
          <a:p>
            <a:pPr algn="just" defTabSz="593844">
              <a:lnSpc>
                <a:spcPts val="2364"/>
              </a:lnSpc>
              <a:spcBef>
                <a:spcPct val="0"/>
              </a:spcBef>
            </a:pPr>
            <a:r>
              <a:rPr lang="en-US" sz="1550" spc="-1" dirty="0">
                <a:solidFill>
                  <a:prstClr val="black"/>
                </a:solidFill>
                <a:latin typeface="Arial Nova Light"/>
              </a:rPr>
              <a:t>Feature importance analysis from the Random Forest model showed that recent payment behavior particularly PAY_1 and PAY_2 was the most influential predictor of default. Demographic attributes such as marriage status, sex, and education level also played a significant role. These insights highlight the importance of payment history and customer characteristics in identifying clients at high risk of default.</a:t>
            </a:r>
            <a:endParaRPr lang="en-US" sz="1819" spc="-1" dirty="0">
              <a:solidFill>
                <a:prstClr val="black"/>
              </a:solidFill>
              <a:latin typeface="Arial"/>
            </a:endParaRPr>
          </a:p>
        </p:txBody>
      </p:sp>
      <p:sp>
        <p:nvSpPr>
          <p:cNvPr id="1215" name="TextBox 97">
            <a:extLst>
              <a:ext uri="{FF2B5EF4-FFF2-40B4-BE49-F238E27FC236}">
                <a16:creationId xmlns:a16="http://schemas.microsoft.com/office/drawing/2014/main" id="{D1BF26D3-2747-BC75-7367-6BBE38662094}"/>
              </a:ext>
            </a:extLst>
          </p:cNvPr>
          <p:cNvSpPr txBox="1"/>
          <p:nvPr/>
        </p:nvSpPr>
        <p:spPr>
          <a:xfrm>
            <a:off x="22714368" y="9774400"/>
            <a:ext cx="6944512" cy="2739724"/>
          </a:xfrm>
          <a:prstGeom prst="rect">
            <a:avLst/>
          </a:prstGeom>
        </p:spPr>
        <p:txBody>
          <a:bodyPr wrap="square" lIns="0" tIns="0" rIns="0" bIns="0" rtlCol="0" anchor="t">
            <a:spAutoFit/>
          </a:bodyPr>
          <a:lstStyle/>
          <a:p>
            <a:pPr algn="just" defTabSz="593844">
              <a:lnSpc>
                <a:spcPts val="2364"/>
              </a:lnSpc>
              <a:spcBef>
                <a:spcPct val="0"/>
              </a:spcBef>
            </a:pPr>
            <a:r>
              <a:rPr lang="en-US" sz="1600" b="1" spc="-1" dirty="0">
                <a:solidFill>
                  <a:prstClr val="black"/>
                </a:solidFill>
                <a:latin typeface="Arial Nova Light"/>
              </a:rPr>
              <a:t>Prevent Bias: </a:t>
            </a:r>
            <a:r>
              <a:rPr lang="en-US" sz="1600" spc="-1" dirty="0">
                <a:solidFill>
                  <a:prstClr val="black"/>
                </a:solidFill>
                <a:latin typeface="Arial Nova Light"/>
              </a:rPr>
              <a:t>Avoid unfair predictions linked to demographic features (sex, education, marriage).</a:t>
            </a:r>
          </a:p>
          <a:p>
            <a:pPr algn="just" defTabSz="593844">
              <a:lnSpc>
                <a:spcPts val="2364"/>
              </a:lnSpc>
              <a:spcBef>
                <a:spcPct val="0"/>
              </a:spcBef>
            </a:pPr>
            <a:r>
              <a:rPr lang="en-US" sz="1600" b="1" spc="-1" dirty="0">
                <a:solidFill>
                  <a:prstClr val="black"/>
                </a:solidFill>
                <a:latin typeface="Arial Nova Light"/>
              </a:rPr>
              <a:t>Fair Decisions: </a:t>
            </a:r>
            <a:r>
              <a:rPr lang="en-US" sz="1600" spc="-1" dirty="0">
                <a:solidFill>
                  <a:prstClr val="black"/>
                </a:solidFill>
                <a:latin typeface="Arial Nova Light"/>
              </a:rPr>
              <a:t>Ensure the model does not disadvantage specific customer groups.</a:t>
            </a:r>
          </a:p>
          <a:p>
            <a:pPr algn="just" defTabSz="593844">
              <a:lnSpc>
                <a:spcPts val="2364"/>
              </a:lnSpc>
              <a:spcBef>
                <a:spcPct val="0"/>
              </a:spcBef>
            </a:pPr>
            <a:r>
              <a:rPr lang="en-US" sz="1600" b="1" spc="-1" dirty="0">
                <a:solidFill>
                  <a:prstClr val="black"/>
                </a:solidFill>
                <a:latin typeface="Arial Nova Light"/>
              </a:rPr>
              <a:t>Data Privacy: </a:t>
            </a:r>
            <a:r>
              <a:rPr lang="en-US" sz="1600" spc="-1" dirty="0">
                <a:solidFill>
                  <a:prstClr val="black"/>
                </a:solidFill>
                <a:latin typeface="Arial Nova Light"/>
              </a:rPr>
              <a:t>Protect sensitive financial data such as bill amounts, payment history, and credit limits.</a:t>
            </a:r>
          </a:p>
          <a:p>
            <a:pPr algn="just" defTabSz="593844">
              <a:lnSpc>
                <a:spcPts val="2364"/>
              </a:lnSpc>
              <a:spcBef>
                <a:spcPct val="0"/>
              </a:spcBef>
            </a:pPr>
            <a:r>
              <a:rPr lang="en-US" sz="1600" b="1" spc="-1" dirty="0">
                <a:solidFill>
                  <a:prstClr val="black"/>
                </a:solidFill>
                <a:latin typeface="Arial Nova Light"/>
              </a:rPr>
              <a:t>Transparency: </a:t>
            </a:r>
            <a:r>
              <a:rPr lang="en-US" sz="1600" spc="-1" dirty="0">
                <a:solidFill>
                  <a:prstClr val="black"/>
                </a:solidFill>
                <a:latin typeface="Arial Nova Light"/>
              </a:rPr>
              <a:t>Use interpretability tools (Feature Importance, SHAP) to explain how predictions are made. (Kubat, 2017)</a:t>
            </a:r>
          </a:p>
          <a:p>
            <a:pPr algn="just" defTabSz="593844">
              <a:lnSpc>
                <a:spcPts val="2364"/>
              </a:lnSpc>
              <a:spcBef>
                <a:spcPct val="0"/>
              </a:spcBef>
            </a:pPr>
            <a:endParaRPr lang="en-US" sz="1600" spc="-1" dirty="0">
              <a:solidFill>
                <a:prstClr val="black"/>
              </a:solidFill>
              <a:latin typeface="Arial"/>
            </a:endParaRPr>
          </a:p>
        </p:txBody>
      </p:sp>
      <p:sp>
        <p:nvSpPr>
          <p:cNvPr id="7" name="TextBox 94">
            <a:extLst>
              <a:ext uri="{FF2B5EF4-FFF2-40B4-BE49-F238E27FC236}">
                <a16:creationId xmlns:a16="http://schemas.microsoft.com/office/drawing/2014/main" id="{A7C1AC2A-C9E9-6E8E-F182-03A7CD021977}"/>
              </a:ext>
            </a:extLst>
          </p:cNvPr>
          <p:cNvSpPr txBox="1"/>
          <p:nvPr/>
        </p:nvSpPr>
        <p:spPr>
          <a:xfrm>
            <a:off x="366257" y="9268462"/>
            <a:ext cx="4548864" cy="325089"/>
          </a:xfrm>
          <a:prstGeom prst="rect">
            <a:avLst/>
          </a:prstGeom>
        </p:spPr>
        <p:txBody>
          <a:bodyPr lIns="0" tIns="0" rIns="0" bIns="0" rtlCol="0" anchor="t">
            <a:spAutoFit/>
          </a:bodyPr>
          <a:lstStyle/>
          <a:p>
            <a:pPr defTabSz="593844">
              <a:lnSpc>
                <a:spcPts val="2533"/>
              </a:lnSpc>
              <a:spcBef>
                <a:spcPct val="0"/>
              </a:spcBef>
            </a:pPr>
            <a:r>
              <a:rPr lang="en-US" sz="2500" b="1" spc="-58" dirty="0">
                <a:solidFill>
                  <a:srgbClr val="F5EDE1"/>
                </a:solidFill>
                <a:latin typeface="Space Mono" panose="02000509040000020004" charset="0"/>
              </a:rPr>
              <a:t>Project Description</a:t>
            </a:r>
          </a:p>
        </p:txBody>
      </p:sp>
      <p:sp>
        <p:nvSpPr>
          <p:cNvPr id="9" name="TextBox 95">
            <a:extLst>
              <a:ext uri="{FF2B5EF4-FFF2-40B4-BE49-F238E27FC236}">
                <a16:creationId xmlns:a16="http://schemas.microsoft.com/office/drawing/2014/main" id="{B6C91187-A42D-5E06-30D5-36D1C3705489}"/>
              </a:ext>
            </a:extLst>
          </p:cNvPr>
          <p:cNvSpPr txBox="1"/>
          <p:nvPr/>
        </p:nvSpPr>
        <p:spPr>
          <a:xfrm>
            <a:off x="356743" y="9765518"/>
            <a:ext cx="6984424" cy="1439497"/>
          </a:xfrm>
          <a:prstGeom prst="rect">
            <a:avLst/>
          </a:prstGeom>
        </p:spPr>
        <p:txBody>
          <a:bodyPr wrap="square" lIns="0" tIns="0" rIns="0" bIns="0" rtlCol="0" anchor="t">
            <a:spAutoFit/>
          </a:bodyPr>
          <a:lstStyle/>
          <a:p>
            <a:pPr defTabSz="593844">
              <a:lnSpc>
                <a:spcPts val="1909"/>
              </a:lnSpc>
              <a:spcBef>
                <a:spcPct val="0"/>
              </a:spcBef>
            </a:pPr>
            <a:r>
              <a:rPr lang="en-US" sz="1500" dirty="0">
                <a:solidFill>
                  <a:srgbClr val="FFFFFF"/>
                </a:solidFill>
                <a:latin typeface="Barlow Medium"/>
              </a:rPr>
              <a:t>This project aims to predict whether a credit card customer will default on their payment using supervised machine learning. The workflow includes data exploration, cleaning, outlier handling, feature engineering, scaling, and balancing the dataset with SMOTE. Three models :Logistic Regression, KNN, and Random Forest were trained and optimized. Model explainability tools were then used to identify the features that most influence default risk. (Kubat, 2017)</a:t>
            </a:r>
          </a:p>
        </p:txBody>
      </p:sp>
      <p:sp>
        <p:nvSpPr>
          <p:cNvPr id="14" name="TextBox 68">
            <a:extLst>
              <a:ext uri="{FF2B5EF4-FFF2-40B4-BE49-F238E27FC236}">
                <a16:creationId xmlns:a16="http://schemas.microsoft.com/office/drawing/2014/main" id="{339790BC-00D5-2CED-AE59-11E541D5B95A}"/>
              </a:ext>
            </a:extLst>
          </p:cNvPr>
          <p:cNvSpPr txBox="1"/>
          <p:nvPr/>
        </p:nvSpPr>
        <p:spPr>
          <a:xfrm>
            <a:off x="7855536" y="15525019"/>
            <a:ext cx="6864742" cy="1001877"/>
          </a:xfrm>
          <a:prstGeom prst="rect">
            <a:avLst/>
          </a:prstGeom>
        </p:spPr>
        <p:txBody>
          <a:bodyPr wrap="square" lIns="0" tIns="0" rIns="0" bIns="0" rtlCol="0" anchor="t">
            <a:spAutoFit/>
          </a:bodyPr>
          <a:lstStyle/>
          <a:p>
            <a:pPr algn="just">
              <a:lnSpc>
                <a:spcPct val="107000"/>
              </a:lnSpc>
              <a:spcAft>
                <a:spcPts val="800"/>
              </a:spcAft>
            </a:pPr>
            <a:r>
              <a:rPr lang="en-US" sz="1550" spc="-1" dirty="0">
                <a:solidFill>
                  <a:prstClr val="black"/>
                </a:solidFill>
                <a:latin typeface="Arial Nova Light"/>
              </a:rPr>
              <a:t>Banks need to identify customers who may fail to pay their credit card bills so they can reduce financial risk. By analyzing past payment behavior and client characteristics, we aim to support better decision-making and help financial institutions manage credit more effectively. (Kubat, 2017)</a:t>
            </a:r>
            <a:endParaRPr lang="en-IE" sz="1550" spc="-1" dirty="0">
              <a:solidFill>
                <a:prstClr val="black"/>
              </a:solidFill>
              <a:latin typeface="Arial Nova Light"/>
            </a:endParaRPr>
          </a:p>
        </p:txBody>
      </p:sp>
      <p:sp>
        <p:nvSpPr>
          <p:cNvPr id="18" name="TextBox 26">
            <a:extLst>
              <a:ext uri="{FF2B5EF4-FFF2-40B4-BE49-F238E27FC236}">
                <a16:creationId xmlns:a16="http://schemas.microsoft.com/office/drawing/2014/main" id="{FBB39DD9-448D-5F90-52C4-23EE56381C39}"/>
              </a:ext>
            </a:extLst>
          </p:cNvPr>
          <p:cNvSpPr txBox="1"/>
          <p:nvPr/>
        </p:nvSpPr>
        <p:spPr>
          <a:xfrm>
            <a:off x="7859522" y="14814970"/>
            <a:ext cx="4882302" cy="538609"/>
          </a:xfrm>
          <a:prstGeom prst="rect">
            <a:avLst/>
          </a:prstGeom>
        </p:spPr>
        <p:txBody>
          <a:bodyPr wrap="square" lIns="0" tIns="0" rIns="0" bIns="0" rtlCol="0" anchor="t">
            <a:spAutoFit/>
          </a:bodyPr>
          <a:lstStyle/>
          <a:p>
            <a:pPr defTabSz="593844">
              <a:lnSpc>
                <a:spcPts val="4222"/>
              </a:lnSpc>
              <a:spcBef>
                <a:spcPct val="0"/>
              </a:spcBef>
            </a:pPr>
            <a:r>
              <a:rPr lang="en-US" sz="3500" b="1" spc="100" dirty="0">
                <a:solidFill>
                  <a:srgbClr val="804440"/>
                </a:solidFill>
                <a:latin typeface="Space Mono" panose="020B0604020202020204" charset="0"/>
              </a:rPr>
              <a:t>DATA COLLECTION</a:t>
            </a:r>
          </a:p>
        </p:txBody>
      </p:sp>
      <p:sp>
        <p:nvSpPr>
          <p:cNvPr id="20" name="TextBox 26">
            <a:extLst>
              <a:ext uri="{FF2B5EF4-FFF2-40B4-BE49-F238E27FC236}">
                <a16:creationId xmlns:a16="http://schemas.microsoft.com/office/drawing/2014/main" id="{13A33D48-874E-F01B-4763-93A1ABA467F4}"/>
              </a:ext>
            </a:extLst>
          </p:cNvPr>
          <p:cNvSpPr txBox="1"/>
          <p:nvPr/>
        </p:nvSpPr>
        <p:spPr>
          <a:xfrm>
            <a:off x="7806948" y="16739537"/>
            <a:ext cx="4882302" cy="538609"/>
          </a:xfrm>
          <a:prstGeom prst="rect">
            <a:avLst/>
          </a:prstGeom>
        </p:spPr>
        <p:txBody>
          <a:bodyPr wrap="square" lIns="0" tIns="0" rIns="0" bIns="0" rtlCol="0" anchor="t">
            <a:spAutoFit/>
          </a:bodyPr>
          <a:lstStyle/>
          <a:p>
            <a:pPr defTabSz="593844">
              <a:lnSpc>
                <a:spcPts val="4222"/>
              </a:lnSpc>
              <a:spcBef>
                <a:spcPct val="0"/>
              </a:spcBef>
            </a:pPr>
            <a:r>
              <a:rPr lang="en-US" sz="3500" b="1" spc="100" dirty="0">
                <a:solidFill>
                  <a:srgbClr val="804440"/>
                </a:solidFill>
                <a:latin typeface="Space Mono" panose="020B0604020202020204" charset="0"/>
              </a:rPr>
              <a:t>DATA UNDERSTANDING</a:t>
            </a:r>
          </a:p>
        </p:txBody>
      </p:sp>
      <p:sp>
        <p:nvSpPr>
          <p:cNvPr id="21" name="TextBox 68">
            <a:extLst>
              <a:ext uri="{FF2B5EF4-FFF2-40B4-BE49-F238E27FC236}">
                <a16:creationId xmlns:a16="http://schemas.microsoft.com/office/drawing/2014/main" id="{4D8FB9C0-316D-6CD8-4E0D-4B3FA05F75E3}"/>
              </a:ext>
            </a:extLst>
          </p:cNvPr>
          <p:cNvSpPr txBox="1"/>
          <p:nvPr/>
        </p:nvSpPr>
        <p:spPr>
          <a:xfrm>
            <a:off x="7766572" y="17442986"/>
            <a:ext cx="6864742" cy="1512273"/>
          </a:xfrm>
          <a:prstGeom prst="rect">
            <a:avLst/>
          </a:prstGeom>
        </p:spPr>
        <p:txBody>
          <a:bodyPr wrap="square" lIns="0" tIns="0" rIns="0" bIns="0" rtlCol="0" anchor="t">
            <a:spAutoFit/>
          </a:bodyPr>
          <a:lstStyle/>
          <a:p>
            <a:pPr algn="just">
              <a:lnSpc>
                <a:spcPct val="107000"/>
              </a:lnSpc>
              <a:spcAft>
                <a:spcPts val="800"/>
              </a:spcAft>
            </a:pPr>
            <a:r>
              <a:rPr lang="en-US" sz="1550" spc="-1" dirty="0">
                <a:solidFill>
                  <a:prstClr val="black"/>
                </a:solidFill>
                <a:latin typeface="Arial Nova Light"/>
              </a:rPr>
              <a:t>We conducted an Exploratory Data Analysis (EDA) to better understand the structure of the dataset. Key features such as age, credit limit, bill amounts, and payment history were visualized to examine their distributions. The plots showed skewed values and several extreme observations. We also analyzed the target variable and found a strong class imbalance, with many more non-defaulting customers than defaulting ones an important issue to address before modeling.</a:t>
            </a:r>
            <a:endParaRPr lang="en-IE" sz="1550" spc="-1" dirty="0">
              <a:solidFill>
                <a:prstClr val="black"/>
              </a:solidFill>
              <a:latin typeface="Arial Nova Light"/>
            </a:endParaRPr>
          </a:p>
        </p:txBody>
      </p:sp>
      <p:sp>
        <p:nvSpPr>
          <p:cNvPr id="23" name="TextBox 26">
            <a:extLst>
              <a:ext uri="{FF2B5EF4-FFF2-40B4-BE49-F238E27FC236}">
                <a16:creationId xmlns:a16="http://schemas.microsoft.com/office/drawing/2014/main" id="{CA5986F1-7A36-CCB6-8DE0-F2C12D8C29EB}"/>
              </a:ext>
            </a:extLst>
          </p:cNvPr>
          <p:cNvSpPr txBox="1"/>
          <p:nvPr/>
        </p:nvSpPr>
        <p:spPr>
          <a:xfrm>
            <a:off x="15304909" y="408656"/>
            <a:ext cx="6627170" cy="538609"/>
          </a:xfrm>
          <a:prstGeom prst="rect">
            <a:avLst/>
          </a:prstGeom>
        </p:spPr>
        <p:txBody>
          <a:bodyPr wrap="square" lIns="0" tIns="0" rIns="0" bIns="0" rtlCol="0" anchor="t">
            <a:spAutoFit/>
          </a:bodyPr>
          <a:lstStyle/>
          <a:p>
            <a:pPr defTabSz="593844">
              <a:lnSpc>
                <a:spcPts val="4222"/>
              </a:lnSpc>
              <a:spcBef>
                <a:spcPct val="0"/>
              </a:spcBef>
            </a:pPr>
            <a:r>
              <a:rPr lang="en-US" sz="3500" b="1" spc="100" dirty="0">
                <a:solidFill>
                  <a:srgbClr val="804440"/>
                </a:solidFill>
                <a:latin typeface="Space Mono" panose="020B0604020202020204" charset="0"/>
              </a:rPr>
              <a:t>DATA PREPARATION</a:t>
            </a:r>
          </a:p>
        </p:txBody>
      </p:sp>
      <p:pic>
        <p:nvPicPr>
          <p:cNvPr id="13" name="Picture 12">
            <a:extLst>
              <a:ext uri="{FF2B5EF4-FFF2-40B4-BE49-F238E27FC236}">
                <a16:creationId xmlns:a16="http://schemas.microsoft.com/office/drawing/2014/main" id="{56B539F6-8075-036F-059C-DCFC79D443EA}"/>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7892663" y="613482"/>
            <a:ext cx="1006102" cy="858070"/>
          </a:xfrm>
          <a:prstGeom prst="rect">
            <a:avLst/>
          </a:prstGeom>
        </p:spPr>
      </p:pic>
      <p:pic>
        <p:nvPicPr>
          <p:cNvPr id="22" name="Picture 21">
            <a:extLst>
              <a:ext uri="{FF2B5EF4-FFF2-40B4-BE49-F238E27FC236}">
                <a16:creationId xmlns:a16="http://schemas.microsoft.com/office/drawing/2014/main" id="{D47C84CA-C8D8-729B-F269-96908477B3E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7958748" y="8377724"/>
            <a:ext cx="976185" cy="1012457"/>
          </a:xfrm>
          <a:prstGeom prst="rect">
            <a:avLst/>
          </a:prstGeom>
        </p:spPr>
      </p:pic>
      <p:pic>
        <p:nvPicPr>
          <p:cNvPr id="25" name="Picture 24">
            <a:extLst>
              <a:ext uri="{FF2B5EF4-FFF2-40B4-BE49-F238E27FC236}">
                <a16:creationId xmlns:a16="http://schemas.microsoft.com/office/drawing/2014/main" id="{B517FCFD-A5AE-01EA-44C1-7F5FFDAE559E}"/>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8037182" y="4330894"/>
            <a:ext cx="771847" cy="771847"/>
          </a:xfrm>
          <a:prstGeom prst="rect">
            <a:avLst/>
          </a:prstGeom>
        </p:spPr>
      </p:pic>
      <p:pic>
        <p:nvPicPr>
          <p:cNvPr id="28" name="Picture 27">
            <a:extLst>
              <a:ext uri="{FF2B5EF4-FFF2-40B4-BE49-F238E27FC236}">
                <a16:creationId xmlns:a16="http://schemas.microsoft.com/office/drawing/2014/main" id="{BAC46A52-2902-4A9A-03DA-1BBD3E0D8BFF}"/>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5408087" y="9036279"/>
            <a:ext cx="1168292" cy="1168292"/>
          </a:xfrm>
          <a:prstGeom prst="rect">
            <a:avLst/>
          </a:prstGeom>
        </p:spPr>
      </p:pic>
      <p:pic>
        <p:nvPicPr>
          <p:cNvPr id="30" name="Picture 29">
            <a:extLst>
              <a:ext uri="{FF2B5EF4-FFF2-40B4-BE49-F238E27FC236}">
                <a16:creationId xmlns:a16="http://schemas.microsoft.com/office/drawing/2014/main" id="{73BBE78C-36A8-A84E-47CF-78CB23C7F746}"/>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22714368" y="12709094"/>
            <a:ext cx="1155682" cy="1155682"/>
          </a:xfrm>
          <a:prstGeom prst="rect">
            <a:avLst/>
          </a:prstGeom>
        </p:spPr>
      </p:pic>
      <p:pic>
        <p:nvPicPr>
          <p:cNvPr id="32" name="Picture 31">
            <a:extLst>
              <a:ext uri="{FF2B5EF4-FFF2-40B4-BE49-F238E27FC236}">
                <a16:creationId xmlns:a16="http://schemas.microsoft.com/office/drawing/2014/main" id="{52C28206-6CB3-7D94-872D-CECA0F6F2B5A}"/>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8639638" y="9057564"/>
            <a:ext cx="4370508" cy="4574428"/>
          </a:xfrm>
          <a:prstGeom prst="rect">
            <a:avLst/>
          </a:prstGeom>
        </p:spPr>
      </p:pic>
      <p:pic>
        <p:nvPicPr>
          <p:cNvPr id="35" name="Picture 34">
            <a:extLst>
              <a:ext uri="{FF2B5EF4-FFF2-40B4-BE49-F238E27FC236}">
                <a16:creationId xmlns:a16="http://schemas.microsoft.com/office/drawing/2014/main" id="{F4FE8A2B-A62E-0F43-6EEE-6AF11806D870}"/>
              </a:ext>
            </a:extLst>
          </p:cNvPr>
          <p:cNvPicPr>
            <a:picLocks noChangeAspect="1"/>
          </p:cNvPicPr>
          <p:nvPr/>
        </p:nvPicPr>
        <p:blipFill>
          <a:blip r:embed="rId16">
            <a:alphaModFix amt="67000"/>
            <a:extLst>
              <a:ext uri="{28A0092B-C50C-407E-A947-70E740481C1C}">
                <a14:useLocalDpi xmlns:a14="http://schemas.microsoft.com/office/drawing/2010/main" val="0"/>
              </a:ext>
            </a:extLst>
          </a:blip>
          <a:stretch>
            <a:fillRect/>
          </a:stretch>
        </p:blipFill>
        <p:spPr>
          <a:xfrm>
            <a:off x="440442" y="14428056"/>
            <a:ext cx="6621670" cy="4651591"/>
          </a:xfrm>
          <a:prstGeom prst="rect">
            <a:avLst/>
          </a:prstGeom>
        </p:spPr>
      </p:pic>
      <p:pic>
        <p:nvPicPr>
          <p:cNvPr id="37" name="Picture 36">
            <a:extLst>
              <a:ext uri="{FF2B5EF4-FFF2-40B4-BE49-F238E27FC236}">
                <a16:creationId xmlns:a16="http://schemas.microsoft.com/office/drawing/2014/main" id="{43AA70DE-D3D0-E851-0CC9-F74245D8A6C3}"/>
              </a:ext>
            </a:extLst>
          </p:cNvPr>
          <p:cNvPicPr>
            <a:picLocks noChangeAspect="1"/>
          </p:cNvPicPr>
          <p:nvPr/>
        </p:nvPicPr>
        <p:blipFill>
          <a:blip r:embed="rId17"/>
          <a:stretch>
            <a:fillRect/>
          </a:stretch>
        </p:blipFill>
        <p:spPr>
          <a:xfrm>
            <a:off x="9362135" y="19120099"/>
            <a:ext cx="2719003" cy="2181468"/>
          </a:xfrm>
          <a:prstGeom prst="rect">
            <a:avLst/>
          </a:prstGeom>
        </p:spPr>
      </p:pic>
      <p:pic>
        <p:nvPicPr>
          <p:cNvPr id="39" name="Picture 38">
            <a:extLst>
              <a:ext uri="{FF2B5EF4-FFF2-40B4-BE49-F238E27FC236}">
                <a16:creationId xmlns:a16="http://schemas.microsoft.com/office/drawing/2014/main" id="{31B1A709-F735-B896-1CE8-5B62EEBC7369}"/>
              </a:ext>
            </a:extLst>
          </p:cNvPr>
          <p:cNvPicPr>
            <a:picLocks noChangeAspect="1"/>
          </p:cNvPicPr>
          <p:nvPr/>
        </p:nvPicPr>
        <p:blipFill>
          <a:blip r:embed="rId18"/>
          <a:stretch>
            <a:fillRect/>
          </a:stretch>
        </p:blipFill>
        <p:spPr>
          <a:xfrm>
            <a:off x="15888035" y="4900087"/>
            <a:ext cx="4968671" cy="3673158"/>
          </a:xfrm>
          <a:prstGeom prst="rect">
            <a:avLst/>
          </a:prstGeom>
        </p:spPr>
      </p:pic>
      <p:pic>
        <p:nvPicPr>
          <p:cNvPr id="41" name="Picture 40">
            <a:extLst>
              <a:ext uri="{FF2B5EF4-FFF2-40B4-BE49-F238E27FC236}">
                <a16:creationId xmlns:a16="http://schemas.microsoft.com/office/drawing/2014/main" id="{8B07C075-99F3-3CD0-D152-6DF525419D36}"/>
              </a:ext>
            </a:extLst>
          </p:cNvPr>
          <p:cNvPicPr>
            <a:picLocks noChangeAspect="1"/>
          </p:cNvPicPr>
          <p:nvPr/>
        </p:nvPicPr>
        <p:blipFill>
          <a:blip r:embed="rId19"/>
          <a:stretch>
            <a:fillRect/>
          </a:stretch>
        </p:blipFill>
        <p:spPr>
          <a:xfrm>
            <a:off x="16878139" y="17882469"/>
            <a:ext cx="3447451" cy="2924463"/>
          </a:xfrm>
          <a:prstGeom prst="rect">
            <a:avLst/>
          </a:prstGeom>
        </p:spPr>
      </p:pic>
      <p:pic>
        <p:nvPicPr>
          <p:cNvPr id="43" name="Picture 42">
            <a:extLst>
              <a:ext uri="{FF2B5EF4-FFF2-40B4-BE49-F238E27FC236}">
                <a16:creationId xmlns:a16="http://schemas.microsoft.com/office/drawing/2014/main" id="{75DE4A45-EBFA-250B-1A43-3CC9589ADCD7}"/>
              </a:ext>
            </a:extLst>
          </p:cNvPr>
          <p:cNvPicPr>
            <a:picLocks noChangeAspect="1"/>
          </p:cNvPicPr>
          <p:nvPr/>
        </p:nvPicPr>
        <p:blipFill>
          <a:blip r:embed="rId20"/>
          <a:stretch>
            <a:fillRect/>
          </a:stretch>
        </p:blipFill>
        <p:spPr>
          <a:xfrm>
            <a:off x="23038320" y="4900087"/>
            <a:ext cx="6627162" cy="3772686"/>
          </a:xfrm>
          <a:prstGeom prst="rect">
            <a:avLst/>
          </a:prstGeom>
        </p:spPr>
      </p:pic>
      <p:pic>
        <p:nvPicPr>
          <p:cNvPr id="6" name="Picture 5">
            <a:extLst>
              <a:ext uri="{FF2B5EF4-FFF2-40B4-BE49-F238E27FC236}">
                <a16:creationId xmlns:a16="http://schemas.microsoft.com/office/drawing/2014/main" id="{28BBF409-8A7F-E0FF-F635-07F1985CFDF4}"/>
              </a:ext>
            </a:extLst>
          </p:cNvPr>
          <p:cNvPicPr>
            <a:picLocks noChangeAspect="1"/>
          </p:cNvPicPr>
          <p:nvPr/>
        </p:nvPicPr>
        <p:blipFill>
          <a:blip r:embed="rId21"/>
          <a:stretch>
            <a:fillRect/>
          </a:stretch>
        </p:blipFill>
        <p:spPr>
          <a:xfrm>
            <a:off x="16427554" y="15525019"/>
            <a:ext cx="4381880" cy="2034716"/>
          </a:xfrm>
          <a:prstGeom prst="rect">
            <a:avLst/>
          </a:prstGeom>
        </p:spPr>
      </p:pic>
      <p:sp>
        <p:nvSpPr>
          <p:cNvPr id="10" name="TextBox 9">
            <a:extLst>
              <a:ext uri="{FF2B5EF4-FFF2-40B4-BE49-F238E27FC236}">
                <a16:creationId xmlns:a16="http://schemas.microsoft.com/office/drawing/2014/main" id="{9BF55923-90F2-0778-0519-10F099A2085B}"/>
              </a:ext>
            </a:extLst>
          </p:cNvPr>
          <p:cNvSpPr txBox="1"/>
          <p:nvPr/>
        </p:nvSpPr>
        <p:spPr>
          <a:xfrm>
            <a:off x="12385780" y="12282042"/>
            <a:ext cx="2391133" cy="369332"/>
          </a:xfrm>
          <a:prstGeom prst="rect">
            <a:avLst/>
          </a:prstGeom>
          <a:noFill/>
        </p:spPr>
        <p:txBody>
          <a:bodyPr wrap="square" rtlCol="0">
            <a:spAutoFit/>
          </a:bodyPr>
          <a:lstStyle/>
          <a:p>
            <a:r>
              <a:rPr lang="en-IE" sz="900" spc="-1" dirty="0">
                <a:solidFill>
                  <a:schemeClr val="tx1">
                    <a:lumMod val="50000"/>
                    <a:lumOff val="50000"/>
                  </a:schemeClr>
                </a:solidFill>
                <a:latin typeface="Inter"/>
                <a:ea typeface="DejaVu Sans"/>
              </a:rPr>
              <a:t>Designed by  </a:t>
            </a:r>
            <a:r>
              <a:rPr lang="en-IE" sz="900" spc="-1" dirty="0">
                <a:solidFill>
                  <a:schemeClr val="tx1">
                    <a:lumMod val="50000"/>
                    <a:lumOff val="50000"/>
                  </a:schemeClr>
                </a:solidFill>
                <a:latin typeface="Inter"/>
                <a:ea typeface="DejaVu Sans"/>
                <a:hlinkClick r:id="rId22"/>
              </a:rPr>
              <a:t>Fraunhofer IST</a:t>
            </a:r>
            <a:endParaRPr lang="es-MX" sz="900" spc="-1" dirty="0">
              <a:solidFill>
                <a:srgbClr val="FFFFFF"/>
              </a:solidFill>
              <a:latin typeface="Arial"/>
            </a:endParaRPr>
          </a:p>
          <a:p>
            <a:r>
              <a:rPr lang="en-US" sz="900" spc="-1" dirty="0">
                <a:solidFill>
                  <a:schemeClr val="tx1">
                    <a:lumMod val="50000"/>
                    <a:lumOff val="50000"/>
                  </a:schemeClr>
                </a:solidFill>
                <a:latin typeface="Inter"/>
              </a:rPr>
              <a:t>Edited by Yassine Zohair</a:t>
            </a:r>
          </a:p>
        </p:txBody>
      </p:sp>
    </p:spTree>
  </p:cSld>
  <p:clrMapOvr>
    <a:masterClrMapping/>
  </p:clrMapOvr>
</p:sld>
</file>

<file path=ppt/theme/theme1.xml><?xml version="1.0" encoding="utf-8"?>
<a:theme xmlns:a="http://schemas.openxmlformats.org/drawingml/2006/main" name="36x48-Template-V2b">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Classic 3 Columns">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lassic - Wide Center">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36x48-Template-V2b</Template>
  <TotalTime>10034</TotalTime>
  <Words>1439</Words>
  <Application>Microsoft Office PowerPoint</Application>
  <PresentationFormat>Custom</PresentationFormat>
  <Paragraphs>75</Paragraphs>
  <Slides>1</Slides>
  <Notes>1</Notes>
  <HiddenSlides>0</HiddenSlides>
  <MMClips>0</MMClips>
  <ScaleCrop>false</ScaleCrop>
  <HeadingPairs>
    <vt:vector size="8" baseType="variant">
      <vt:variant>
        <vt:lpstr>Fonts Used</vt:lpstr>
      </vt:variant>
      <vt:variant>
        <vt:i4>9</vt:i4>
      </vt:variant>
      <vt:variant>
        <vt:lpstr>Theme</vt:lpstr>
      </vt:variant>
      <vt:variant>
        <vt:i4>4</vt:i4>
      </vt:variant>
      <vt:variant>
        <vt:lpstr>Embedded OLE Servers</vt:lpstr>
      </vt:variant>
      <vt:variant>
        <vt:i4>1</vt:i4>
      </vt:variant>
      <vt:variant>
        <vt:lpstr>Slide Titles</vt:lpstr>
      </vt:variant>
      <vt:variant>
        <vt:i4>1</vt:i4>
      </vt:variant>
    </vt:vector>
  </HeadingPairs>
  <TitlesOfParts>
    <vt:vector size="15" baseType="lpstr">
      <vt:lpstr>Arial</vt:lpstr>
      <vt:lpstr>Arial Nova Light</vt:lpstr>
      <vt:lpstr>Barlow Medium</vt:lpstr>
      <vt:lpstr>Calibri</vt:lpstr>
      <vt:lpstr>Inter</vt:lpstr>
      <vt:lpstr>Space Mono</vt:lpstr>
      <vt:lpstr>Symbol</vt:lpstr>
      <vt:lpstr>Times New Roman</vt:lpstr>
      <vt:lpstr>Trebuchet MS</vt:lpstr>
      <vt:lpstr>36x48-Template-V2b</vt:lpstr>
      <vt:lpstr>1_Classic 3 Columns</vt:lpstr>
      <vt:lpstr>Classic - Wide Center</vt:lpstr>
      <vt:lpstr>Office Theme</vt:lpstr>
      <vt:lpstr>Image</vt:lpstr>
      <vt:lpstr>PowerPoint Presentation</vt:lpstr>
    </vt:vector>
  </TitlesOfParts>
  <Company>Hewlett-Packard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CanterburyMedia</dc:creator>
  <dc:description>This template is the property of PosterPresentations.com. Call us if you need help with this poster template._x000d_
1-866-649-3004           _x000d_
 (c)PosterPresentations.com</dc:description>
  <cp:lastModifiedBy>yassine zohair</cp:lastModifiedBy>
  <cp:revision>141</cp:revision>
  <dcterms:created xsi:type="dcterms:W3CDTF">2012-02-03T19:11:35Z</dcterms:created>
  <dcterms:modified xsi:type="dcterms:W3CDTF">2025-11-22T15:41:02Z</dcterms:modified>
</cp:coreProperties>
</file>